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NanumGothicExtraBold"/>
      <p:bold r:id="rId26"/>
    </p:embeddedFont>
    <p:embeddedFont>
      <p:font typeface="Bebas Neue"/>
      <p:regular r:id="rId27"/>
    </p:embeddedFont>
    <p:embeddedFont>
      <p:font typeface="Abel"/>
      <p:regular r:id="rId28"/>
    </p:embeddedFont>
    <p:embeddedFont>
      <p:font typeface="PT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-regular.fntdata"/><Relationship Id="rId21" Type="http://schemas.openxmlformats.org/officeDocument/2006/relationships/slide" Target="slides/slide17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anumGothicExtraBold-bold.fntdata"/><Relationship Id="rId25" Type="http://schemas.openxmlformats.org/officeDocument/2006/relationships/font" Target="fonts/Roboto-boldItalic.fntdata"/><Relationship Id="rId28" Type="http://schemas.openxmlformats.org/officeDocument/2006/relationships/font" Target="fonts/Abel-regular.fntdata"/><Relationship Id="rId27" Type="http://schemas.openxmlformats.org/officeDocument/2006/relationships/font" Target="fonts/BebasNeu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T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TSans-italic.fntdata"/><Relationship Id="rId30" Type="http://schemas.openxmlformats.org/officeDocument/2006/relationships/font" Target="fonts/PTSa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PT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d362d286f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d362d286f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40a17703c4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40a17703c4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5503975eca_3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5503975eca_3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39c6b83b8c_5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39c6b83b8c_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39c6b83b8c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39c6b83b8c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39c6b83b8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39c6b83b8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39c6b83b8c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39c6b83b8c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39c6b83b8c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39c6b83b8c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39c6b83b8c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39c6b83b8c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39c6b83b8c_7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39c6b83b8c_7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39c6b83b8c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39c6b83b8c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39c6b83b8c_7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39c6b83b8c_7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39c6b83b8c_7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39c6b83b8c_7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5f572f34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5f572f34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5f5ea5fa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5f5ea5fa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5f5ea5fae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5f5ea5fae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5503975eca_3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5503975eca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20000" y="1356801"/>
            <a:ext cx="4755000" cy="25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20000" y="4069410"/>
            <a:ext cx="44805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72000" y="1820100"/>
            <a:ext cx="3848700" cy="137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6595200" y="539995"/>
            <a:ext cx="1828800" cy="12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10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4572000" y="3344100"/>
            <a:ext cx="3848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 rot="10800000">
            <a:off x="7506289" y="4249346"/>
            <a:ext cx="2148600" cy="1868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 rot="10800000">
            <a:off x="7193099" y="4003662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 flipH="1">
            <a:off x="397603" y="275691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accent3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152475"/>
            <a:ext cx="7704000" cy="12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DA3232"/>
              </a:buClr>
              <a:buSzPts val="1400"/>
              <a:buFont typeface="Arial"/>
              <a:buChar char="●"/>
              <a:defRPr sz="125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400"/>
              <a:buFont typeface="Arial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400"/>
              <a:buFont typeface="Arial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400"/>
              <a:buFont typeface="Arial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400"/>
              <a:buFont typeface="Arial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400"/>
              <a:buFont typeface="Arial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400"/>
              <a:buFont typeface="Arial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400"/>
              <a:buFont typeface="Arial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flipH="1">
            <a:off x="7963489" y="-800375"/>
            <a:ext cx="2148600" cy="1868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 flipH="1">
            <a:off x="7655149" y="770584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accent3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939925" y="2495550"/>
            <a:ext cx="2732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000">
                <a:latin typeface="NanumGothicExtraBold"/>
                <a:ea typeface="NanumGothicExtraBold"/>
                <a:cs typeface="NanumGothicExtraBold"/>
                <a:sym typeface="NanumGothic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subTitle"/>
          </p:nvPr>
        </p:nvSpPr>
        <p:spPr>
          <a:xfrm>
            <a:off x="5471650" y="2495550"/>
            <a:ext cx="2732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000">
                <a:latin typeface="NanumGothicExtraBold"/>
                <a:ea typeface="NanumGothicExtraBold"/>
                <a:cs typeface="NanumGothicExtraBold"/>
                <a:sym typeface="NanumGothic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3" type="subTitle"/>
          </p:nvPr>
        </p:nvSpPr>
        <p:spPr>
          <a:xfrm>
            <a:off x="939925" y="3105150"/>
            <a:ext cx="27324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4" type="subTitle"/>
          </p:nvPr>
        </p:nvSpPr>
        <p:spPr>
          <a:xfrm>
            <a:off x="5471650" y="3105150"/>
            <a:ext cx="27324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/>
          <p:nvPr/>
        </p:nvSpPr>
        <p:spPr>
          <a:xfrm>
            <a:off x="397639" y="275709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accent3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2" name="Google Shape;32;p6"/>
          <p:cNvGrpSpPr/>
          <p:nvPr/>
        </p:nvGrpSpPr>
        <p:grpSpPr>
          <a:xfrm flipH="1" rot="10800000">
            <a:off x="8423999" y="-176411"/>
            <a:ext cx="2461789" cy="2114084"/>
            <a:chOff x="7193099" y="-800375"/>
            <a:chExt cx="2461789" cy="2114084"/>
          </a:xfrm>
        </p:grpSpPr>
        <p:sp>
          <p:nvSpPr>
            <p:cNvPr id="33" name="Google Shape;33;p6"/>
            <p:cNvSpPr/>
            <p:nvPr/>
          </p:nvSpPr>
          <p:spPr>
            <a:xfrm flipH="1">
              <a:off x="7506289" y="-800375"/>
              <a:ext cx="2148600" cy="1868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6"/>
            <p:cNvSpPr/>
            <p:nvPr/>
          </p:nvSpPr>
          <p:spPr>
            <a:xfrm flipH="1">
              <a:off x="7193099" y="785109"/>
              <a:ext cx="644700" cy="5286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720000" y="365750"/>
            <a:ext cx="39594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720000" y="1672650"/>
            <a:ext cx="3959400" cy="21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"/>
              <a:buChar char="●"/>
              <a:defRPr sz="1400">
                <a:solidFill>
                  <a:srgbClr val="434343"/>
                </a:solidFill>
              </a:defRPr>
            </a:lvl1pPr>
            <a:lvl2pPr indent="-2794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>
                <a:solidFill>
                  <a:srgbClr val="434343"/>
                </a:solidFill>
              </a:defRPr>
            </a:lvl2pPr>
            <a:lvl3pPr indent="-2794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>
                <a:solidFill>
                  <a:srgbClr val="434343"/>
                </a:solidFill>
              </a:defRPr>
            </a:lvl3pPr>
            <a:lvl4pPr indent="-2794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>
                <a:solidFill>
                  <a:srgbClr val="434343"/>
                </a:solidFill>
              </a:defRPr>
            </a:lvl6pPr>
            <a:lvl7pPr indent="-2730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>
                <a:solidFill>
                  <a:srgbClr val="434343"/>
                </a:solidFill>
              </a:defRPr>
            </a:lvl7pPr>
            <a:lvl8pPr indent="-2730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>
                <a:solidFill>
                  <a:srgbClr val="434343"/>
                </a:solidFill>
              </a:defRPr>
            </a:lvl8pPr>
            <a:lvl9pPr indent="-2667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8" name="Google Shape;38;p7"/>
          <p:cNvSpPr/>
          <p:nvPr/>
        </p:nvSpPr>
        <p:spPr>
          <a:xfrm flipH="1">
            <a:off x="8101649" y="275696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/>
          <p:nvPr/>
        </p:nvSpPr>
        <p:spPr>
          <a:xfrm flipH="1" rot="10800000">
            <a:off x="-587101" y="3944546"/>
            <a:ext cx="2148600" cy="1868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1388100" y="1307109"/>
            <a:ext cx="6367800" cy="25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42" name="Google Shape;42;p8"/>
          <p:cNvGrpSpPr/>
          <p:nvPr/>
        </p:nvGrpSpPr>
        <p:grpSpPr>
          <a:xfrm flipH="1">
            <a:off x="7421705" y="-745642"/>
            <a:ext cx="2461789" cy="2114084"/>
            <a:chOff x="-510901" y="-517038"/>
            <a:chExt cx="2461789" cy="2114084"/>
          </a:xfrm>
        </p:grpSpPr>
        <p:sp>
          <p:nvSpPr>
            <p:cNvPr id="43" name="Google Shape;43;p8"/>
            <p:cNvSpPr/>
            <p:nvPr/>
          </p:nvSpPr>
          <p:spPr>
            <a:xfrm>
              <a:off x="-510901" y="-517038"/>
              <a:ext cx="2148600" cy="1868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8"/>
            <p:cNvSpPr/>
            <p:nvPr/>
          </p:nvSpPr>
          <p:spPr>
            <a:xfrm>
              <a:off x="1306189" y="1068446"/>
              <a:ext cx="644700" cy="5286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" name="Google Shape;45;p8"/>
          <p:cNvGrpSpPr/>
          <p:nvPr/>
        </p:nvGrpSpPr>
        <p:grpSpPr>
          <a:xfrm flipH="1">
            <a:off x="-739495" y="3775058"/>
            <a:ext cx="2461789" cy="2114084"/>
            <a:chOff x="7193099" y="3546462"/>
            <a:chExt cx="2461789" cy="2114084"/>
          </a:xfrm>
        </p:grpSpPr>
        <p:sp>
          <p:nvSpPr>
            <p:cNvPr id="46" name="Google Shape;46;p8"/>
            <p:cNvSpPr/>
            <p:nvPr/>
          </p:nvSpPr>
          <p:spPr>
            <a:xfrm rot="10800000">
              <a:off x="7506289" y="3792146"/>
              <a:ext cx="2148600" cy="1868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8"/>
            <p:cNvSpPr/>
            <p:nvPr/>
          </p:nvSpPr>
          <p:spPr>
            <a:xfrm rot="10800000">
              <a:off x="7193099" y="3546462"/>
              <a:ext cx="644700" cy="5286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" name="Google Shape;48;p8"/>
          <p:cNvSpPr/>
          <p:nvPr/>
        </p:nvSpPr>
        <p:spPr>
          <a:xfrm flipH="1">
            <a:off x="303899" y="200996"/>
            <a:ext cx="832200" cy="678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"/>
          <p:cNvSpPr/>
          <p:nvPr/>
        </p:nvSpPr>
        <p:spPr>
          <a:xfrm flipH="1">
            <a:off x="8007899" y="4264496"/>
            <a:ext cx="832200" cy="678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accen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1828800" y="1319838"/>
            <a:ext cx="5486400" cy="16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514601" y="3262663"/>
            <a:ext cx="41148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/>
          <p:nvPr/>
        </p:nvSpPr>
        <p:spPr>
          <a:xfrm>
            <a:off x="-510901" y="-517038"/>
            <a:ext cx="2148600" cy="1868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9"/>
          <p:cNvSpPr/>
          <p:nvPr/>
        </p:nvSpPr>
        <p:spPr>
          <a:xfrm rot="10800000">
            <a:off x="7506289" y="3792146"/>
            <a:ext cx="2148600" cy="1868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720000" y="540000"/>
            <a:ext cx="2286000" cy="19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7" name="Google Shape;57;p10"/>
          <p:cNvGrpSpPr/>
          <p:nvPr/>
        </p:nvGrpSpPr>
        <p:grpSpPr>
          <a:xfrm>
            <a:off x="7650299" y="3927462"/>
            <a:ext cx="2461789" cy="2114084"/>
            <a:chOff x="7193099" y="3546462"/>
            <a:chExt cx="2461789" cy="2114084"/>
          </a:xfrm>
        </p:grpSpPr>
        <p:sp>
          <p:nvSpPr>
            <p:cNvPr id="58" name="Google Shape;58;p10"/>
            <p:cNvSpPr/>
            <p:nvPr/>
          </p:nvSpPr>
          <p:spPr>
            <a:xfrm rot="10800000">
              <a:off x="7506289" y="3792146"/>
              <a:ext cx="2148600" cy="1868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0"/>
            <p:cNvSpPr/>
            <p:nvPr/>
          </p:nvSpPr>
          <p:spPr>
            <a:xfrm rot="10800000">
              <a:off x="7193099" y="3546462"/>
              <a:ext cx="644700" cy="5286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720000" y="1406075"/>
            <a:ext cx="7704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subTitle"/>
          </p:nvPr>
        </p:nvSpPr>
        <p:spPr>
          <a:xfrm>
            <a:off x="2651700" y="3298225"/>
            <a:ext cx="38406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63" name="Google Shape;63;p11"/>
          <p:cNvGrpSpPr/>
          <p:nvPr/>
        </p:nvGrpSpPr>
        <p:grpSpPr>
          <a:xfrm>
            <a:off x="-739495" y="-745642"/>
            <a:ext cx="2461789" cy="2114084"/>
            <a:chOff x="-510901" y="-517038"/>
            <a:chExt cx="2461789" cy="2114084"/>
          </a:xfrm>
        </p:grpSpPr>
        <p:sp>
          <p:nvSpPr>
            <p:cNvPr id="64" name="Google Shape;64;p11"/>
            <p:cNvSpPr/>
            <p:nvPr/>
          </p:nvSpPr>
          <p:spPr>
            <a:xfrm>
              <a:off x="-510901" y="-517038"/>
              <a:ext cx="2148600" cy="1868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1"/>
            <p:cNvSpPr/>
            <p:nvPr/>
          </p:nvSpPr>
          <p:spPr>
            <a:xfrm>
              <a:off x="1306189" y="1068446"/>
              <a:ext cx="644700" cy="5286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" name="Google Shape;66;p11"/>
          <p:cNvGrpSpPr/>
          <p:nvPr/>
        </p:nvGrpSpPr>
        <p:grpSpPr>
          <a:xfrm>
            <a:off x="7421705" y="3775058"/>
            <a:ext cx="2461789" cy="2114084"/>
            <a:chOff x="7193099" y="3546462"/>
            <a:chExt cx="2461789" cy="2114084"/>
          </a:xfrm>
        </p:grpSpPr>
        <p:sp>
          <p:nvSpPr>
            <p:cNvPr id="67" name="Google Shape;67;p11"/>
            <p:cNvSpPr/>
            <p:nvPr/>
          </p:nvSpPr>
          <p:spPr>
            <a:xfrm rot="10800000">
              <a:off x="7506289" y="3792146"/>
              <a:ext cx="2148600" cy="1868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1"/>
            <p:cNvSpPr/>
            <p:nvPr/>
          </p:nvSpPr>
          <p:spPr>
            <a:xfrm rot="10800000">
              <a:off x="7193099" y="3546462"/>
              <a:ext cx="644700" cy="5286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11"/>
          <p:cNvSpPr/>
          <p:nvPr/>
        </p:nvSpPr>
        <p:spPr>
          <a:xfrm>
            <a:off x="8007901" y="200996"/>
            <a:ext cx="832200" cy="678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1"/>
          <p:cNvSpPr/>
          <p:nvPr/>
        </p:nvSpPr>
        <p:spPr>
          <a:xfrm>
            <a:off x="303901" y="4264496"/>
            <a:ext cx="832200" cy="678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2">
    <p:bg>
      <p:bgPr>
        <a:solidFill>
          <a:schemeClr val="accent3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2160600" y="1895175"/>
            <a:ext cx="2834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3"/>
          <p:cNvSpPr txBox="1"/>
          <p:nvPr>
            <p:ph hasCustomPrompt="1" idx="2" type="title"/>
          </p:nvPr>
        </p:nvSpPr>
        <p:spPr>
          <a:xfrm>
            <a:off x="2160600" y="1301775"/>
            <a:ext cx="10059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/>
          <p:nvPr>
            <p:ph idx="1" type="subTitle"/>
          </p:nvPr>
        </p:nvSpPr>
        <p:spPr>
          <a:xfrm>
            <a:off x="2160600" y="2270475"/>
            <a:ext cx="1920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3" type="title"/>
          </p:nvPr>
        </p:nvSpPr>
        <p:spPr>
          <a:xfrm>
            <a:off x="5589295" y="1895175"/>
            <a:ext cx="2834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3"/>
          <p:cNvSpPr txBox="1"/>
          <p:nvPr>
            <p:ph hasCustomPrompt="1" idx="4" type="title"/>
          </p:nvPr>
        </p:nvSpPr>
        <p:spPr>
          <a:xfrm>
            <a:off x="5589295" y="1301775"/>
            <a:ext cx="10059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/>
          <p:nvPr>
            <p:ph idx="5" type="subTitle"/>
          </p:nvPr>
        </p:nvSpPr>
        <p:spPr>
          <a:xfrm>
            <a:off x="5589295" y="2270475"/>
            <a:ext cx="1920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6" type="title"/>
          </p:nvPr>
        </p:nvSpPr>
        <p:spPr>
          <a:xfrm>
            <a:off x="2160600" y="3741100"/>
            <a:ext cx="2834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13"/>
          <p:cNvSpPr txBox="1"/>
          <p:nvPr>
            <p:ph hasCustomPrompt="1" idx="7" type="title"/>
          </p:nvPr>
        </p:nvSpPr>
        <p:spPr>
          <a:xfrm>
            <a:off x="2160600" y="3147925"/>
            <a:ext cx="10059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idx="8" type="subTitle"/>
          </p:nvPr>
        </p:nvSpPr>
        <p:spPr>
          <a:xfrm>
            <a:off x="2160600" y="4116400"/>
            <a:ext cx="1920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9" type="title"/>
          </p:nvPr>
        </p:nvSpPr>
        <p:spPr>
          <a:xfrm>
            <a:off x="5589295" y="3741100"/>
            <a:ext cx="2834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13"/>
          <p:cNvSpPr txBox="1"/>
          <p:nvPr>
            <p:ph hasCustomPrompt="1" idx="13" type="title"/>
          </p:nvPr>
        </p:nvSpPr>
        <p:spPr>
          <a:xfrm>
            <a:off x="5589295" y="3147925"/>
            <a:ext cx="10059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idx="14" type="subTitle"/>
          </p:nvPr>
        </p:nvSpPr>
        <p:spPr>
          <a:xfrm>
            <a:off x="5589295" y="4116400"/>
            <a:ext cx="1920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5"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86" name="Google Shape;86;p13"/>
          <p:cNvGrpSpPr/>
          <p:nvPr/>
        </p:nvGrpSpPr>
        <p:grpSpPr>
          <a:xfrm flipH="1" rot="10800000">
            <a:off x="-967876" y="3546462"/>
            <a:ext cx="2461789" cy="2114084"/>
            <a:chOff x="-548776" y="-800375"/>
            <a:chExt cx="2461789" cy="2114084"/>
          </a:xfrm>
        </p:grpSpPr>
        <p:sp>
          <p:nvSpPr>
            <p:cNvPr id="87" name="Google Shape;87;p13"/>
            <p:cNvSpPr/>
            <p:nvPr/>
          </p:nvSpPr>
          <p:spPr>
            <a:xfrm>
              <a:off x="-548776" y="-800375"/>
              <a:ext cx="2148600" cy="1868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268314" y="785109"/>
              <a:ext cx="644700" cy="5286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3"/>
          <p:cNvSpPr/>
          <p:nvPr/>
        </p:nvSpPr>
        <p:spPr>
          <a:xfrm flipH="1" rot="10800000">
            <a:off x="8101639" y="275712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bg>
      <p:bgPr>
        <a:solidFill>
          <a:schemeClr val="accent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2" name="Google Shape;92;p14"/>
          <p:cNvSpPr/>
          <p:nvPr/>
        </p:nvSpPr>
        <p:spPr>
          <a:xfrm flipH="1">
            <a:off x="8101649" y="275709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bg>
      <p:bgPr>
        <a:solidFill>
          <a:schemeClr val="accent3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5" name="Google Shape;95;p15"/>
          <p:cNvSpPr/>
          <p:nvPr/>
        </p:nvSpPr>
        <p:spPr>
          <a:xfrm flipH="1">
            <a:off x="7963489" y="-800375"/>
            <a:ext cx="2148600" cy="1868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 flipH="1">
            <a:off x="7655149" y="770584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bg>
      <p:bgPr>
        <a:solidFill>
          <a:schemeClr val="accent3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idx="1" type="subTitle"/>
          </p:nvPr>
        </p:nvSpPr>
        <p:spPr>
          <a:xfrm>
            <a:off x="1389763" y="2800350"/>
            <a:ext cx="273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>
                <a:latin typeface="NanumGothicExtraBold"/>
                <a:ea typeface="NanumGothicExtraBold"/>
                <a:cs typeface="NanumGothicExtraBold"/>
                <a:sym typeface="NanumGothic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2" type="subTitle"/>
          </p:nvPr>
        </p:nvSpPr>
        <p:spPr>
          <a:xfrm>
            <a:off x="5021838" y="2800350"/>
            <a:ext cx="273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>
                <a:latin typeface="NanumGothicExtraBold"/>
                <a:ea typeface="NanumGothicExtraBold"/>
                <a:cs typeface="NanumGothicExtraBold"/>
                <a:sym typeface="NanumGothic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" name="Google Shape;100;p16"/>
          <p:cNvSpPr txBox="1"/>
          <p:nvPr>
            <p:ph idx="3" type="subTitle"/>
          </p:nvPr>
        </p:nvSpPr>
        <p:spPr>
          <a:xfrm>
            <a:off x="1389763" y="3181350"/>
            <a:ext cx="27324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4" type="subTitle"/>
          </p:nvPr>
        </p:nvSpPr>
        <p:spPr>
          <a:xfrm>
            <a:off x="5021838" y="3181350"/>
            <a:ext cx="27324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3" name="Google Shape;103;p16"/>
          <p:cNvSpPr/>
          <p:nvPr/>
        </p:nvSpPr>
        <p:spPr>
          <a:xfrm flipH="1">
            <a:off x="-959338" y="3669300"/>
            <a:ext cx="2148600" cy="1868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 flipH="1">
            <a:off x="8101649" y="275709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solidFill>
          <a:schemeClr val="accen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4572000" y="3919200"/>
            <a:ext cx="38520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7" name="Google Shape;107;p17"/>
          <p:cNvSpPr txBox="1"/>
          <p:nvPr>
            <p:ph idx="1" type="subTitle"/>
          </p:nvPr>
        </p:nvSpPr>
        <p:spPr>
          <a:xfrm>
            <a:off x="720000" y="1188100"/>
            <a:ext cx="7704000" cy="174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8" name="Google Shape;108;p17"/>
          <p:cNvSpPr/>
          <p:nvPr/>
        </p:nvSpPr>
        <p:spPr>
          <a:xfrm flipH="1">
            <a:off x="8101649" y="275696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" name="Google Shape;109;p17"/>
          <p:cNvGrpSpPr/>
          <p:nvPr/>
        </p:nvGrpSpPr>
        <p:grpSpPr>
          <a:xfrm flipH="1">
            <a:off x="-510901" y="3546462"/>
            <a:ext cx="2461789" cy="2114084"/>
            <a:chOff x="7193099" y="3546462"/>
            <a:chExt cx="2461789" cy="2114084"/>
          </a:xfrm>
        </p:grpSpPr>
        <p:sp>
          <p:nvSpPr>
            <p:cNvPr id="110" name="Google Shape;110;p17"/>
            <p:cNvSpPr/>
            <p:nvPr/>
          </p:nvSpPr>
          <p:spPr>
            <a:xfrm rot="10800000">
              <a:off x="7506289" y="3792146"/>
              <a:ext cx="2148600" cy="1868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 rot="10800000">
              <a:off x="7193099" y="3546462"/>
              <a:ext cx="644700" cy="5286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bg>
      <p:bgPr>
        <a:solidFill>
          <a:schemeClr val="accent3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idx="1" type="subTitle"/>
          </p:nvPr>
        </p:nvSpPr>
        <p:spPr>
          <a:xfrm>
            <a:off x="720000" y="2863368"/>
            <a:ext cx="38406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720000" y="1888061"/>
            <a:ext cx="3840600" cy="82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15" name="Google Shape;115;p18"/>
          <p:cNvGrpSpPr/>
          <p:nvPr/>
        </p:nvGrpSpPr>
        <p:grpSpPr>
          <a:xfrm>
            <a:off x="-548776" y="-800375"/>
            <a:ext cx="2461789" cy="2114084"/>
            <a:chOff x="-548776" y="-800375"/>
            <a:chExt cx="2461789" cy="2114084"/>
          </a:xfrm>
        </p:grpSpPr>
        <p:sp>
          <p:nvSpPr>
            <p:cNvPr id="116" name="Google Shape;116;p18"/>
            <p:cNvSpPr/>
            <p:nvPr/>
          </p:nvSpPr>
          <p:spPr>
            <a:xfrm>
              <a:off x="-548776" y="-800375"/>
              <a:ext cx="2148600" cy="1868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8"/>
            <p:cNvSpPr/>
            <p:nvPr/>
          </p:nvSpPr>
          <p:spPr>
            <a:xfrm>
              <a:off x="1268314" y="785109"/>
              <a:ext cx="644700" cy="5286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">
    <p:bg>
      <p:bgPr>
        <a:solidFill>
          <a:schemeClr val="accent3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idx="1" type="subTitle"/>
          </p:nvPr>
        </p:nvSpPr>
        <p:spPr>
          <a:xfrm>
            <a:off x="5315100" y="2741325"/>
            <a:ext cx="31089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type="title"/>
          </p:nvPr>
        </p:nvSpPr>
        <p:spPr>
          <a:xfrm>
            <a:off x="5315100" y="1948735"/>
            <a:ext cx="31089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1" name="Google Shape;121;p19"/>
          <p:cNvSpPr/>
          <p:nvPr>
            <p:ph idx="2" type="pic"/>
          </p:nvPr>
        </p:nvSpPr>
        <p:spPr>
          <a:xfrm>
            <a:off x="562579" y="752250"/>
            <a:ext cx="4184400" cy="3639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22" name="Google Shape;122;p19"/>
          <p:cNvGrpSpPr/>
          <p:nvPr/>
        </p:nvGrpSpPr>
        <p:grpSpPr>
          <a:xfrm>
            <a:off x="7650299" y="-800375"/>
            <a:ext cx="2461789" cy="2114084"/>
            <a:chOff x="7193099" y="-800375"/>
            <a:chExt cx="2461789" cy="2114084"/>
          </a:xfrm>
        </p:grpSpPr>
        <p:sp>
          <p:nvSpPr>
            <p:cNvPr id="123" name="Google Shape;123;p19"/>
            <p:cNvSpPr/>
            <p:nvPr/>
          </p:nvSpPr>
          <p:spPr>
            <a:xfrm flipH="1">
              <a:off x="7506289" y="-800375"/>
              <a:ext cx="2148600" cy="1868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9"/>
            <p:cNvSpPr/>
            <p:nvPr/>
          </p:nvSpPr>
          <p:spPr>
            <a:xfrm flipH="1">
              <a:off x="7193099" y="785109"/>
              <a:ext cx="644700" cy="5286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1">
    <p:bg>
      <p:bgPr>
        <a:solidFill>
          <a:schemeClr val="accent3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idx="1" type="subTitle"/>
          </p:nvPr>
        </p:nvSpPr>
        <p:spPr>
          <a:xfrm>
            <a:off x="6503700" y="2364600"/>
            <a:ext cx="19203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8" name="Google Shape;128;p20"/>
          <p:cNvSpPr/>
          <p:nvPr/>
        </p:nvSpPr>
        <p:spPr>
          <a:xfrm flipH="1">
            <a:off x="7963489" y="-800375"/>
            <a:ext cx="2148600" cy="1868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 flipH="1">
            <a:off x="7655149" y="770584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bg>
      <p:bgPr>
        <a:solidFill>
          <a:schemeClr val="accent3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748700" y="2520125"/>
            <a:ext cx="23109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2" name="Google Shape;132;p21"/>
          <p:cNvSpPr txBox="1"/>
          <p:nvPr>
            <p:ph idx="1" type="subTitle"/>
          </p:nvPr>
        </p:nvSpPr>
        <p:spPr>
          <a:xfrm>
            <a:off x="748650" y="3053525"/>
            <a:ext cx="23109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>
            <p:ph idx="2" type="title"/>
          </p:nvPr>
        </p:nvSpPr>
        <p:spPr>
          <a:xfrm>
            <a:off x="3416550" y="2291525"/>
            <a:ext cx="23109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4" name="Google Shape;134;p21"/>
          <p:cNvSpPr txBox="1"/>
          <p:nvPr>
            <p:ph idx="3" type="subTitle"/>
          </p:nvPr>
        </p:nvSpPr>
        <p:spPr>
          <a:xfrm>
            <a:off x="3416500" y="2824925"/>
            <a:ext cx="23109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4" type="title"/>
          </p:nvPr>
        </p:nvSpPr>
        <p:spPr>
          <a:xfrm>
            <a:off x="6084400" y="2520125"/>
            <a:ext cx="23109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6" name="Google Shape;136;p21"/>
          <p:cNvSpPr txBox="1"/>
          <p:nvPr>
            <p:ph idx="5" type="subTitle"/>
          </p:nvPr>
        </p:nvSpPr>
        <p:spPr>
          <a:xfrm>
            <a:off x="6084350" y="3053525"/>
            <a:ext cx="23109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6"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8" name="Google Shape;138;p21"/>
          <p:cNvSpPr/>
          <p:nvPr/>
        </p:nvSpPr>
        <p:spPr>
          <a:xfrm flipH="1">
            <a:off x="8101649" y="275709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bg>
      <p:bgPr>
        <a:solidFill>
          <a:schemeClr val="accent3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1100994" y="2824925"/>
            <a:ext cx="2017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1" name="Google Shape;141;p22"/>
          <p:cNvSpPr txBox="1"/>
          <p:nvPr>
            <p:ph idx="1" type="subTitle"/>
          </p:nvPr>
        </p:nvSpPr>
        <p:spPr>
          <a:xfrm>
            <a:off x="1100994" y="3205925"/>
            <a:ext cx="20175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2" type="title"/>
          </p:nvPr>
        </p:nvSpPr>
        <p:spPr>
          <a:xfrm>
            <a:off x="3563255" y="2824925"/>
            <a:ext cx="2017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3" name="Google Shape;143;p22"/>
          <p:cNvSpPr txBox="1"/>
          <p:nvPr>
            <p:ph idx="3" type="subTitle"/>
          </p:nvPr>
        </p:nvSpPr>
        <p:spPr>
          <a:xfrm>
            <a:off x="3563255" y="3205925"/>
            <a:ext cx="20175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2"/>
          <p:cNvSpPr txBox="1"/>
          <p:nvPr>
            <p:ph idx="4" type="title"/>
          </p:nvPr>
        </p:nvSpPr>
        <p:spPr>
          <a:xfrm>
            <a:off x="6025490" y="2824925"/>
            <a:ext cx="2017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5" name="Google Shape;145;p22"/>
          <p:cNvSpPr txBox="1"/>
          <p:nvPr>
            <p:ph idx="5" type="subTitle"/>
          </p:nvPr>
        </p:nvSpPr>
        <p:spPr>
          <a:xfrm>
            <a:off x="6025490" y="3205925"/>
            <a:ext cx="20175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6"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7" name="Google Shape;147;p22"/>
          <p:cNvSpPr/>
          <p:nvPr/>
        </p:nvSpPr>
        <p:spPr>
          <a:xfrm flipH="1">
            <a:off x="7506289" y="-800375"/>
            <a:ext cx="2148600" cy="1868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/>
          <p:nvPr/>
        </p:nvSpPr>
        <p:spPr>
          <a:xfrm flipH="1">
            <a:off x="397649" y="4339209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BLANK_1_1_1_2_2">
    <p:bg>
      <p:bgPr>
        <a:solidFill>
          <a:schemeClr val="accent3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720000" y="3731875"/>
            <a:ext cx="2310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1" name="Google Shape;151;p23"/>
          <p:cNvSpPr txBox="1"/>
          <p:nvPr>
            <p:ph idx="1" type="subTitle"/>
          </p:nvPr>
        </p:nvSpPr>
        <p:spPr>
          <a:xfrm>
            <a:off x="720000" y="1945675"/>
            <a:ext cx="2310900" cy="16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2" type="title"/>
          </p:nvPr>
        </p:nvSpPr>
        <p:spPr>
          <a:xfrm>
            <a:off x="3416500" y="3731875"/>
            <a:ext cx="2310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3" name="Google Shape;153;p23"/>
          <p:cNvSpPr txBox="1"/>
          <p:nvPr>
            <p:ph idx="3" type="subTitle"/>
          </p:nvPr>
        </p:nvSpPr>
        <p:spPr>
          <a:xfrm>
            <a:off x="3416500" y="1945675"/>
            <a:ext cx="2310900" cy="16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3"/>
          <p:cNvSpPr txBox="1"/>
          <p:nvPr>
            <p:ph idx="4" type="title"/>
          </p:nvPr>
        </p:nvSpPr>
        <p:spPr>
          <a:xfrm>
            <a:off x="6113000" y="3731875"/>
            <a:ext cx="2310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5" name="Google Shape;155;p23"/>
          <p:cNvSpPr txBox="1"/>
          <p:nvPr>
            <p:ph idx="5" type="subTitle"/>
          </p:nvPr>
        </p:nvSpPr>
        <p:spPr>
          <a:xfrm>
            <a:off x="6113000" y="1945675"/>
            <a:ext cx="2310900" cy="16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3"/>
          <p:cNvSpPr txBox="1"/>
          <p:nvPr>
            <p:ph idx="6"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7" name="Google Shape;157;p23"/>
          <p:cNvSpPr/>
          <p:nvPr/>
        </p:nvSpPr>
        <p:spPr>
          <a:xfrm flipH="1">
            <a:off x="7963489" y="-800375"/>
            <a:ext cx="2148600" cy="1868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 flipH="1">
            <a:off x="7655149" y="770584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/>
          <p:nvPr/>
        </p:nvSpPr>
        <p:spPr>
          <a:xfrm flipH="1">
            <a:off x="397649" y="4339209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BLANK_1_1_1_2_3">
    <p:bg>
      <p:bgPr>
        <a:solidFill>
          <a:schemeClr val="accent3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748650" y="3510725"/>
            <a:ext cx="23109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748650" y="4044125"/>
            <a:ext cx="2310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4"/>
          <p:cNvSpPr txBox="1"/>
          <p:nvPr>
            <p:ph idx="2" type="title"/>
          </p:nvPr>
        </p:nvSpPr>
        <p:spPr>
          <a:xfrm>
            <a:off x="3416500" y="3510725"/>
            <a:ext cx="23109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4" name="Google Shape;164;p24"/>
          <p:cNvSpPr txBox="1"/>
          <p:nvPr>
            <p:ph idx="3" type="subTitle"/>
          </p:nvPr>
        </p:nvSpPr>
        <p:spPr>
          <a:xfrm>
            <a:off x="3416500" y="4044125"/>
            <a:ext cx="2310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4" type="title"/>
          </p:nvPr>
        </p:nvSpPr>
        <p:spPr>
          <a:xfrm>
            <a:off x="6084350" y="3510725"/>
            <a:ext cx="23109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6" name="Google Shape;166;p24"/>
          <p:cNvSpPr txBox="1"/>
          <p:nvPr>
            <p:ph idx="5" type="subTitle"/>
          </p:nvPr>
        </p:nvSpPr>
        <p:spPr>
          <a:xfrm>
            <a:off x="6084350" y="4044125"/>
            <a:ext cx="2310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4"/>
          <p:cNvSpPr txBox="1"/>
          <p:nvPr>
            <p:ph idx="6"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8" name="Google Shape;168;p24"/>
          <p:cNvSpPr/>
          <p:nvPr/>
        </p:nvSpPr>
        <p:spPr>
          <a:xfrm flipH="1" rot="10800000">
            <a:off x="8101639" y="275712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bg>
      <p:bgPr>
        <a:solidFill>
          <a:schemeClr val="accent3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720009" y="3105150"/>
            <a:ext cx="1645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1" name="Google Shape;171;p25"/>
          <p:cNvSpPr txBox="1"/>
          <p:nvPr>
            <p:ph idx="1" type="subTitle"/>
          </p:nvPr>
        </p:nvSpPr>
        <p:spPr>
          <a:xfrm>
            <a:off x="720009" y="3486150"/>
            <a:ext cx="1645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5"/>
          <p:cNvSpPr txBox="1"/>
          <p:nvPr>
            <p:ph idx="2" type="title"/>
          </p:nvPr>
        </p:nvSpPr>
        <p:spPr>
          <a:xfrm>
            <a:off x="4758811" y="3105150"/>
            <a:ext cx="1645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3" name="Google Shape;173;p25"/>
          <p:cNvSpPr txBox="1"/>
          <p:nvPr>
            <p:ph idx="3" type="subTitle"/>
          </p:nvPr>
        </p:nvSpPr>
        <p:spPr>
          <a:xfrm>
            <a:off x="4758806" y="3486150"/>
            <a:ext cx="1645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idx="4" type="title"/>
          </p:nvPr>
        </p:nvSpPr>
        <p:spPr>
          <a:xfrm>
            <a:off x="2739410" y="3105150"/>
            <a:ext cx="1645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5" name="Google Shape;175;p25"/>
          <p:cNvSpPr txBox="1"/>
          <p:nvPr>
            <p:ph idx="5" type="subTitle"/>
          </p:nvPr>
        </p:nvSpPr>
        <p:spPr>
          <a:xfrm>
            <a:off x="2739408" y="3486150"/>
            <a:ext cx="1645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6" type="title"/>
          </p:nvPr>
        </p:nvSpPr>
        <p:spPr>
          <a:xfrm>
            <a:off x="6778212" y="3105150"/>
            <a:ext cx="1645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7" name="Google Shape;177;p25"/>
          <p:cNvSpPr txBox="1"/>
          <p:nvPr>
            <p:ph idx="7" type="subTitle"/>
          </p:nvPr>
        </p:nvSpPr>
        <p:spPr>
          <a:xfrm>
            <a:off x="6778205" y="3486150"/>
            <a:ext cx="1645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>
            <p:ph idx="8"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9" name="Google Shape;179;p25"/>
          <p:cNvSpPr/>
          <p:nvPr/>
        </p:nvSpPr>
        <p:spPr>
          <a:xfrm flipH="1">
            <a:off x="7963489" y="-800375"/>
            <a:ext cx="2148600" cy="1868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5"/>
          <p:cNvSpPr/>
          <p:nvPr/>
        </p:nvSpPr>
        <p:spPr>
          <a:xfrm flipH="1">
            <a:off x="7655149" y="770584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"/>
          <p:cNvSpPr/>
          <p:nvPr/>
        </p:nvSpPr>
        <p:spPr>
          <a:xfrm flipH="1">
            <a:off x="397649" y="4339209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bg>
      <p:bgPr>
        <a:solidFill>
          <a:schemeClr val="accent3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720010" y="2988000"/>
            <a:ext cx="1802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4" name="Google Shape;184;p26"/>
          <p:cNvSpPr txBox="1"/>
          <p:nvPr>
            <p:ph idx="1" type="subTitle"/>
          </p:nvPr>
        </p:nvSpPr>
        <p:spPr>
          <a:xfrm>
            <a:off x="720000" y="3369000"/>
            <a:ext cx="18027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6"/>
          <p:cNvSpPr txBox="1"/>
          <p:nvPr>
            <p:ph idx="2" type="title"/>
          </p:nvPr>
        </p:nvSpPr>
        <p:spPr>
          <a:xfrm>
            <a:off x="4654201" y="2988000"/>
            <a:ext cx="1802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6" name="Google Shape;186;p26"/>
          <p:cNvSpPr txBox="1"/>
          <p:nvPr>
            <p:ph idx="3" type="subTitle"/>
          </p:nvPr>
        </p:nvSpPr>
        <p:spPr>
          <a:xfrm>
            <a:off x="4654188" y="3369000"/>
            <a:ext cx="18027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idx="4" type="title"/>
          </p:nvPr>
        </p:nvSpPr>
        <p:spPr>
          <a:xfrm>
            <a:off x="2687105" y="2988000"/>
            <a:ext cx="1802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8" name="Google Shape;188;p26"/>
          <p:cNvSpPr txBox="1"/>
          <p:nvPr>
            <p:ph idx="5" type="subTitle"/>
          </p:nvPr>
        </p:nvSpPr>
        <p:spPr>
          <a:xfrm>
            <a:off x="2687094" y="3369000"/>
            <a:ext cx="18027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6"/>
          <p:cNvSpPr txBox="1"/>
          <p:nvPr>
            <p:ph idx="6" type="title"/>
          </p:nvPr>
        </p:nvSpPr>
        <p:spPr>
          <a:xfrm>
            <a:off x="6621297" y="2988000"/>
            <a:ext cx="1802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0" name="Google Shape;190;p26"/>
          <p:cNvSpPr txBox="1"/>
          <p:nvPr>
            <p:ph idx="7" type="subTitle"/>
          </p:nvPr>
        </p:nvSpPr>
        <p:spPr>
          <a:xfrm>
            <a:off x="6621282" y="3369000"/>
            <a:ext cx="18027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6"/>
          <p:cNvSpPr txBox="1"/>
          <p:nvPr>
            <p:ph idx="8"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2" name="Google Shape;192;p26"/>
          <p:cNvSpPr/>
          <p:nvPr/>
        </p:nvSpPr>
        <p:spPr>
          <a:xfrm flipH="1">
            <a:off x="7963489" y="-800375"/>
            <a:ext cx="2148600" cy="1868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6"/>
          <p:cNvSpPr/>
          <p:nvPr/>
        </p:nvSpPr>
        <p:spPr>
          <a:xfrm flipH="1">
            <a:off x="7655149" y="770584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BLANK_1_1_1_1_2_1">
    <p:bg>
      <p:bgPr>
        <a:solidFill>
          <a:schemeClr val="accent3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type="title"/>
          </p:nvPr>
        </p:nvSpPr>
        <p:spPr>
          <a:xfrm>
            <a:off x="2015412" y="1672200"/>
            <a:ext cx="2286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6" name="Google Shape;196;p27"/>
          <p:cNvSpPr txBox="1"/>
          <p:nvPr>
            <p:ph idx="1" type="subTitle"/>
          </p:nvPr>
        </p:nvSpPr>
        <p:spPr>
          <a:xfrm>
            <a:off x="2015400" y="2053200"/>
            <a:ext cx="22860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7"/>
          <p:cNvSpPr txBox="1"/>
          <p:nvPr>
            <p:ph idx="2" type="title"/>
          </p:nvPr>
        </p:nvSpPr>
        <p:spPr>
          <a:xfrm>
            <a:off x="6137989" y="1672200"/>
            <a:ext cx="2286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8" name="Google Shape;198;p27"/>
          <p:cNvSpPr txBox="1"/>
          <p:nvPr>
            <p:ph idx="3" type="subTitle"/>
          </p:nvPr>
        </p:nvSpPr>
        <p:spPr>
          <a:xfrm>
            <a:off x="6137973" y="2053200"/>
            <a:ext cx="22860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7"/>
          <p:cNvSpPr txBox="1"/>
          <p:nvPr>
            <p:ph idx="4" type="title"/>
          </p:nvPr>
        </p:nvSpPr>
        <p:spPr>
          <a:xfrm>
            <a:off x="2015428" y="3352800"/>
            <a:ext cx="2286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0" name="Google Shape;200;p27"/>
          <p:cNvSpPr txBox="1"/>
          <p:nvPr>
            <p:ph idx="5" type="subTitle"/>
          </p:nvPr>
        </p:nvSpPr>
        <p:spPr>
          <a:xfrm>
            <a:off x="2015414" y="3733800"/>
            <a:ext cx="22860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7"/>
          <p:cNvSpPr txBox="1"/>
          <p:nvPr>
            <p:ph idx="6" type="title"/>
          </p:nvPr>
        </p:nvSpPr>
        <p:spPr>
          <a:xfrm>
            <a:off x="6138004" y="3352800"/>
            <a:ext cx="2286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2" name="Google Shape;202;p27"/>
          <p:cNvSpPr txBox="1"/>
          <p:nvPr>
            <p:ph idx="7" type="subTitle"/>
          </p:nvPr>
        </p:nvSpPr>
        <p:spPr>
          <a:xfrm>
            <a:off x="6137987" y="3733800"/>
            <a:ext cx="22860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7"/>
          <p:cNvSpPr txBox="1"/>
          <p:nvPr>
            <p:ph idx="8"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4" name="Google Shape;204;p27"/>
          <p:cNvSpPr/>
          <p:nvPr/>
        </p:nvSpPr>
        <p:spPr>
          <a:xfrm flipH="1">
            <a:off x="7963489" y="-800375"/>
            <a:ext cx="2148600" cy="1868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7"/>
          <p:cNvSpPr/>
          <p:nvPr/>
        </p:nvSpPr>
        <p:spPr>
          <a:xfrm flipH="1">
            <a:off x="7655149" y="770584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bg>
      <p:bgPr>
        <a:solidFill>
          <a:schemeClr val="accent3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720000" y="2058150"/>
            <a:ext cx="1828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8" name="Google Shape;208;p28"/>
          <p:cNvSpPr txBox="1"/>
          <p:nvPr>
            <p:ph idx="1" type="subTitle"/>
          </p:nvPr>
        </p:nvSpPr>
        <p:spPr>
          <a:xfrm>
            <a:off x="720000" y="2362950"/>
            <a:ext cx="1828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8"/>
          <p:cNvSpPr txBox="1"/>
          <p:nvPr>
            <p:ph idx="2" type="title"/>
          </p:nvPr>
        </p:nvSpPr>
        <p:spPr>
          <a:xfrm>
            <a:off x="3657600" y="2058150"/>
            <a:ext cx="1828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0" name="Google Shape;210;p28"/>
          <p:cNvSpPr txBox="1"/>
          <p:nvPr>
            <p:ph idx="3" type="subTitle"/>
          </p:nvPr>
        </p:nvSpPr>
        <p:spPr>
          <a:xfrm>
            <a:off x="3657600" y="2362950"/>
            <a:ext cx="1828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8"/>
          <p:cNvSpPr txBox="1"/>
          <p:nvPr>
            <p:ph idx="4" type="title"/>
          </p:nvPr>
        </p:nvSpPr>
        <p:spPr>
          <a:xfrm>
            <a:off x="720000" y="3813900"/>
            <a:ext cx="1828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2" name="Google Shape;212;p28"/>
          <p:cNvSpPr txBox="1"/>
          <p:nvPr>
            <p:ph idx="5" type="subTitle"/>
          </p:nvPr>
        </p:nvSpPr>
        <p:spPr>
          <a:xfrm>
            <a:off x="720000" y="4118700"/>
            <a:ext cx="1828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8"/>
          <p:cNvSpPr txBox="1"/>
          <p:nvPr>
            <p:ph idx="6" type="title"/>
          </p:nvPr>
        </p:nvSpPr>
        <p:spPr>
          <a:xfrm>
            <a:off x="3657600" y="3813900"/>
            <a:ext cx="1828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4" name="Google Shape;214;p28"/>
          <p:cNvSpPr txBox="1"/>
          <p:nvPr>
            <p:ph idx="7" type="subTitle"/>
          </p:nvPr>
        </p:nvSpPr>
        <p:spPr>
          <a:xfrm>
            <a:off x="3657600" y="4118700"/>
            <a:ext cx="1828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8"/>
          <p:cNvSpPr txBox="1"/>
          <p:nvPr>
            <p:ph idx="8" type="title"/>
          </p:nvPr>
        </p:nvSpPr>
        <p:spPr>
          <a:xfrm>
            <a:off x="6595195" y="2058150"/>
            <a:ext cx="1828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6" name="Google Shape;216;p28"/>
          <p:cNvSpPr txBox="1"/>
          <p:nvPr>
            <p:ph idx="9" type="subTitle"/>
          </p:nvPr>
        </p:nvSpPr>
        <p:spPr>
          <a:xfrm>
            <a:off x="6595195" y="2362950"/>
            <a:ext cx="1828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8"/>
          <p:cNvSpPr txBox="1"/>
          <p:nvPr>
            <p:ph idx="13" type="title"/>
          </p:nvPr>
        </p:nvSpPr>
        <p:spPr>
          <a:xfrm>
            <a:off x="6595195" y="3813900"/>
            <a:ext cx="1828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8" name="Google Shape;218;p28"/>
          <p:cNvSpPr txBox="1"/>
          <p:nvPr>
            <p:ph idx="14" type="subTitle"/>
          </p:nvPr>
        </p:nvSpPr>
        <p:spPr>
          <a:xfrm>
            <a:off x="6595195" y="4118700"/>
            <a:ext cx="1828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8"/>
          <p:cNvSpPr txBox="1"/>
          <p:nvPr>
            <p:ph idx="15"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0" name="Google Shape;220;p28"/>
          <p:cNvSpPr/>
          <p:nvPr/>
        </p:nvSpPr>
        <p:spPr>
          <a:xfrm flipH="1">
            <a:off x="7943989" y="-394200"/>
            <a:ext cx="2148600" cy="1868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_3">
    <p:bg>
      <p:bgPr>
        <a:solidFill>
          <a:schemeClr val="accent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/>
          <p:nvPr>
            <p:ph hasCustomPrompt="1" type="title"/>
          </p:nvPr>
        </p:nvSpPr>
        <p:spPr>
          <a:xfrm>
            <a:off x="1101000" y="3069144"/>
            <a:ext cx="2286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3" name="Google Shape;223;p29"/>
          <p:cNvSpPr txBox="1"/>
          <p:nvPr>
            <p:ph idx="1" type="subTitle"/>
          </p:nvPr>
        </p:nvSpPr>
        <p:spPr>
          <a:xfrm>
            <a:off x="1101000" y="3734719"/>
            <a:ext cx="22860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PT Sans"/>
                <a:ea typeface="PT Sans"/>
                <a:cs typeface="PT Sans"/>
                <a:sym typeface="P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9"/>
          <p:cNvSpPr txBox="1"/>
          <p:nvPr>
            <p:ph hasCustomPrompt="1" idx="2" type="title"/>
          </p:nvPr>
        </p:nvSpPr>
        <p:spPr>
          <a:xfrm>
            <a:off x="3429000" y="3069138"/>
            <a:ext cx="2286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5" name="Google Shape;225;p29"/>
          <p:cNvSpPr txBox="1"/>
          <p:nvPr>
            <p:ph idx="3" type="subTitle"/>
          </p:nvPr>
        </p:nvSpPr>
        <p:spPr>
          <a:xfrm>
            <a:off x="3429000" y="3734679"/>
            <a:ext cx="22860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PT Sans"/>
                <a:ea typeface="PT Sans"/>
                <a:cs typeface="PT Sans"/>
                <a:sym typeface="P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9"/>
          <p:cNvSpPr txBox="1"/>
          <p:nvPr>
            <p:ph hasCustomPrompt="1" idx="4" type="title"/>
          </p:nvPr>
        </p:nvSpPr>
        <p:spPr>
          <a:xfrm>
            <a:off x="5757000" y="3069138"/>
            <a:ext cx="2286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7" name="Google Shape;227;p29"/>
          <p:cNvSpPr txBox="1"/>
          <p:nvPr>
            <p:ph idx="5" type="subTitle"/>
          </p:nvPr>
        </p:nvSpPr>
        <p:spPr>
          <a:xfrm>
            <a:off x="5757000" y="3734679"/>
            <a:ext cx="22860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PT Sans"/>
                <a:ea typeface="PT Sans"/>
                <a:cs typeface="PT Sans"/>
                <a:sym typeface="P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9"/>
          <p:cNvSpPr txBox="1"/>
          <p:nvPr>
            <p:ph idx="6"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9" name="Google Shape;229;p29"/>
          <p:cNvSpPr/>
          <p:nvPr/>
        </p:nvSpPr>
        <p:spPr>
          <a:xfrm flipH="1">
            <a:off x="-1213948" y="3960742"/>
            <a:ext cx="2148600" cy="1868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9"/>
          <p:cNvSpPr/>
          <p:nvPr/>
        </p:nvSpPr>
        <p:spPr>
          <a:xfrm flipH="1">
            <a:off x="8101649" y="275709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accent3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ctrTitle"/>
          </p:nvPr>
        </p:nvSpPr>
        <p:spPr>
          <a:xfrm>
            <a:off x="724875" y="540000"/>
            <a:ext cx="4284000" cy="99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720000" y="1537800"/>
            <a:ext cx="4293900" cy="12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4" name="Google Shape;234;p30"/>
          <p:cNvSpPr txBox="1"/>
          <p:nvPr/>
        </p:nvSpPr>
        <p:spPr>
          <a:xfrm>
            <a:off x="991563" y="3770400"/>
            <a:ext cx="37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Abel"/>
                <a:ea typeface="Abel"/>
                <a:cs typeface="Abel"/>
                <a:sym typeface="Abel"/>
              </a:rPr>
              <a:t>CREDITS: This presentation template was created by </a:t>
            </a:r>
            <a:r>
              <a:rPr b="1" lang="en" sz="1200">
                <a:solidFill>
                  <a:srgbClr val="434343"/>
                </a:solidFill>
                <a:uFill>
                  <a:noFill/>
                </a:uFill>
                <a:latin typeface="Abel"/>
                <a:ea typeface="Abel"/>
                <a:cs typeface="Abel"/>
                <a:sym typeface="Abel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434343"/>
                </a:solidFill>
                <a:latin typeface="Abel"/>
                <a:ea typeface="Abel"/>
                <a:cs typeface="Abel"/>
                <a:sym typeface="Abel"/>
              </a:rPr>
              <a:t>, including icons by </a:t>
            </a:r>
            <a:r>
              <a:rPr b="1" lang="en" sz="1200">
                <a:solidFill>
                  <a:srgbClr val="434343"/>
                </a:solidFill>
                <a:uFill>
                  <a:noFill/>
                </a:uFill>
                <a:latin typeface="Abel"/>
                <a:ea typeface="Abel"/>
                <a:cs typeface="Abel"/>
                <a:sym typeface="Abe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434343"/>
                </a:solidFill>
                <a:latin typeface="Abel"/>
                <a:ea typeface="Abel"/>
                <a:cs typeface="Abel"/>
                <a:sym typeface="Abel"/>
              </a:rPr>
              <a:t>, infographics &amp; images by </a:t>
            </a:r>
            <a:r>
              <a:rPr b="1" lang="en" sz="1200">
                <a:solidFill>
                  <a:srgbClr val="434343"/>
                </a:solidFill>
                <a:uFill>
                  <a:noFill/>
                </a:uFill>
                <a:latin typeface="Abel"/>
                <a:ea typeface="Abel"/>
                <a:cs typeface="Abel"/>
                <a:sym typeface="Abe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434343"/>
                </a:solidFill>
                <a:latin typeface="Abel"/>
                <a:ea typeface="Abel"/>
                <a:cs typeface="Abel"/>
                <a:sym typeface="Abel"/>
              </a:rPr>
              <a:t>  and illustrations by </a:t>
            </a:r>
            <a:r>
              <a:rPr b="1" lang="en" sz="1200">
                <a:solidFill>
                  <a:schemeClr val="hlink"/>
                </a:solidFill>
                <a:uFill>
                  <a:noFill/>
                </a:uFill>
                <a:latin typeface="Abel"/>
                <a:ea typeface="Abel"/>
                <a:cs typeface="Abel"/>
                <a:sym typeface="Abel"/>
                <a:hlinkClick r:id="rId5"/>
              </a:rPr>
              <a:t>Storyset</a:t>
            </a:r>
            <a:endParaRPr b="1" sz="1200">
              <a:solidFill>
                <a:srgbClr val="434343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35" name="Google Shape;235;p30"/>
          <p:cNvSpPr/>
          <p:nvPr/>
        </p:nvSpPr>
        <p:spPr>
          <a:xfrm flipH="1">
            <a:off x="397649" y="275709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solidFill>
          <a:schemeClr val="accent3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/>
          <p:nvPr/>
        </p:nvSpPr>
        <p:spPr>
          <a:xfrm flipH="1" rot="10800000">
            <a:off x="-516797" y="4249346"/>
            <a:ext cx="2148600" cy="1868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1"/>
          <p:cNvSpPr/>
          <p:nvPr/>
        </p:nvSpPr>
        <p:spPr>
          <a:xfrm flipH="1" rot="10800000">
            <a:off x="1300293" y="4003662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1"/>
          <p:cNvSpPr/>
          <p:nvPr/>
        </p:nvSpPr>
        <p:spPr>
          <a:xfrm>
            <a:off x="8095789" y="275691"/>
            <a:ext cx="644700" cy="528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accent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32"/>
          <p:cNvGrpSpPr/>
          <p:nvPr/>
        </p:nvGrpSpPr>
        <p:grpSpPr>
          <a:xfrm>
            <a:off x="-739495" y="-745642"/>
            <a:ext cx="2461789" cy="2114084"/>
            <a:chOff x="-510901" y="-517038"/>
            <a:chExt cx="2461789" cy="2114084"/>
          </a:xfrm>
        </p:grpSpPr>
        <p:sp>
          <p:nvSpPr>
            <p:cNvPr id="242" name="Google Shape;242;p32"/>
            <p:cNvSpPr/>
            <p:nvPr/>
          </p:nvSpPr>
          <p:spPr>
            <a:xfrm>
              <a:off x="-510901" y="-517038"/>
              <a:ext cx="2148600" cy="1868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2"/>
            <p:cNvSpPr/>
            <p:nvPr/>
          </p:nvSpPr>
          <p:spPr>
            <a:xfrm>
              <a:off x="1306189" y="1068446"/>
              <a:ext cx="644700" cy="5286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" name="Google Shape;244;p32"/>
          <p:cNvGrpSpPr/>
          <p:nvPr/>
        </p:nvGrpSpPr>
        <p:grpSpPr>
          <a:xfrm>
            <a:off x="7421705" y="3775058"/>
            <a:ext cx="2461789" cy="2114084"/>
            <a:chOff x="7193099" y="3546462"/>
            <a:chExt cx="2461789" cy="2114084"/>
          </a:xfrm>
        </p:grpSpPr>
        <p:sp>
          <p:nvSpPr>
            <p:cNvPr id="245" name="Google Shape;245;p32"/>
            <p:cNvSpPr/>
            <p:nvPr/>
          </p:nvSpPr>
          <p:spPr>
            <a:xfrm rot="10800000">
              <a:off x="7506289" y="3792146"/>
              <a:ext cx="2148600" cy="1868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2"/>
            <p:cNvSpPr/>
            <p:nvPr/>
          </p:nvSpPr>
          <p:spPr>
            <a:xfrm rot="10800000">
              <a:off x="7193099" y="3546462"/>
              <a:ext cx="644700" cy="5286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365760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anumGothicExtraBold"/>
              <a:buNone/>
              <a:defRPr sz="3500">
                <a:solidFill>
                  <a:schemeClr val="dk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anumGothicExtraBold"/>
              <a:buNone/>
              <a:defRPr sz="3500">
                <a:solidFill>
                  <a:schemeClr val="dk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anumGothicExtraBold"/>
              <a:buNone/>
              <a:defRPr sz="3500">
                <a:solidFill>
                  <a:schemeClr val="dk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anumGothicExtraBold"/>
              <a:buNone/>
              <a:defRPr sz="3500">
                <a:solidFill>
                  <a:schemeClr val="dk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anumGothicExtraBold"/>
              <a:buNone/>
              <a:defRPr sz="3500">
                <a:solidFill>
                  <a:schemeClr val="dk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anumGothicExtraBold"/>
              <a:buNone/>
              <a:defRPr sz="3500">
                <a:solidFill>
                  <a:schemeClr val="dk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anumGothicExtraBold"/>
              <a:buNone/>
              <a:defRPr sz="3500">
                <a:solidFill>
                  <a:schemeClr val="dk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anumGothicExtraBold"/>
              <a:buNone/>
              <a:defRPr sz="3500">
                <a:solidFill>
                  <a:schemeClr val="dk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anumGothicExtraBold"/>
              <a:buNone/>
              <a:defRPr sz="3500">
                <a:solidFill>
                  <a:schemeClr val="dk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zenquotes.io/api/random" TargetMode="External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20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hyperlink" Target="http://drive.google.com/file/d/1zW3CTKDX93g-BkmgvMiBAQa1yRqBgNrC/view" TargetMode="External"/><Relationship Id="rId5" Type="http://schemas.openxmlformats.org/officeDocument/2006/relationships/image" Target="../media/image2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/>
          <p:nvPr/>
        </p:nvSpPr>
        <p:spPr>
          <a:xfrm>
            <a:off x="5410025" y="1162050"/>
            <a:ext cx="3242400" cy="2819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3"/>
          <p:cNvSpPr txBox="1"/>
          <p:nvPr>
            <p:ph type="ctrTitle"/>
          </p:nvPr>
        </p:nvSpPr>
        <p:spPr>
          <a:xfrm>
            <a:off x="720000" y="1356801"/>
            <a:ext cx="4755000" cy="25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Pawgress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ASG Stage 2</a:t>
            </a:r>
            <a:endParaRPr/>
          </a:p>
        </p:txBody>
      </p:sp>
      <p:sp>
        <p:nvSpPr>
          <p:cNvPr id="253" name="Google Shape;253;p33"/>
          <p:cNvSpPr txBox="1"/>
          <p:nvPr>
            <p:ph idx="1" type="subTitle"/>
          </p:nvPr>
        </p:nvSpPr>
        <p:spPr>
          <a:xfrm>
            <a:off x="720000" y="4069410"/>
            <a:ext cx="44805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2</a:t>
            </a:r>
            <a:endParaRPr/>
          </a:p>
        </p:txBody>
      </p:sp>
      <p:grpSp>
        <p:nvGrpSpPr>
          <p:cNvPr id="254" name="Google Shape;254;p33"/>
          <p:cNvGrpSpPr/>
          <p:nvPr/>
        </p:nvGrpSpPr>
        <p:grpSpPr>
          <a:xfrm>
            <a:off x="-548776" y="-800375"/>
            <a:ext cx="2461789" cy="2114084"/>
            <a:chOff x="-548776" y="-800375"/>
            <a:chExt cx="2461789" cy="2114084"/>
          </a:xfrm>
        </p:grpSpPr>
        <p:sp>
          <p:nvSpPr>
            <p:cNvPr id="255" name="Google Shape;255;p33"/>
            <p:cNvSpPr/>
            <p:nvPr/>
          </p:nvSpPr>
          <p:spPr>
            <a:xfrm>
              <a:off x="-548776" y="-800375"/>
              <a:ext cx="2148600" cy="1868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3"/>
            <p:cNvSpPr/>
            <p:nvPr/>
          </p:nvSpPr>
          <p:spPr>
            <a:xfrm>
              <a:off x="1268314" y="785109"/>
              <a:ext cx="644700" cy="5286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" name="Google Shape;257;p33"/>
          <p:cNvGrpSpPr/>
          <p:nvPr/>
        </p:nvGrpSpPr>
        <p:grpSpPr>
          <a:xfrm>
            <a:off x="7405585" y="1430201"/>
            <a:ext cx="1053768" cy="3173294"/>
            <a:chOff x="6052081" y="1889193"/>
            <a:chExt cx="901350" cy="2714305"/>
          </a:xfrm>
        </p:grpSpPr>
        <p:sp>
          <p:nvSpPr>
            <p:cNvPr id="258" name="Google Shape;258;p33"/>
            <p:cNvSpPr/>
            <p:nvPr/>
          </p:nvSpPr>
          <p:spPr>
            <a:xfrm flipH="1">
              <a:off x="6325865" y="1893115"/>
              <a:ext cx="431466" cy="556960"/>
            </a:xfrm>
            <a:custGeom>
              <a:rect b="b" l="l" r="r" t="t"/>
              <a:pathLst>
                <a:path extrusionOk="0" h="7241" w="5604">
                  <a:moveTo>
                    <a:pt x="3573" y="1"/>
                  </a:moveTo>
                  <a:cubicBezTo>
                    <a:pt x="3106" y="1"/>
                    <a:pt x="3010" y="469"/>
                    <a:pt x="2896" y="469"/>
                  </a:cubicBezTo>
                  <a:cubicBezTo>
                    <a:pt x="2819" y="469"/>
                    <a:pt x="2632" y="382"/>
                    <a:pt x="2299" y="382"/>
                  </a:cubicBezTo>
                  <a:cubicBezTo>
                    <a:pt x="2103" y="382"/>
                    <a:pt x="1855" y="412"/>
                    <a:pt x="1549" y="508"/>
                  </a:cubicBezTo>
                  <a:cubicBezTo>
                    <a:pt x="725" y="768"/>
                    <a:pt x="363" y="1673"/>
                    <a:pt x="383" y="2479"/>
                  </a:cubicBezTo>
                  <a:cubicBezTo>
                    <a:pt x="403" y="3282"/>
                    <a:pt x="764" y="4427"/>
                    <a:pt x="764" y="4427"/>
                  </a:cubicBezTo>
                  <a:lnTo>
                    <a:pt x="0" y="5672"/>
                  </a:lnTo>
                  <a:lnTo>
                    <a:pt x="1829" y="7240"/>
                  </a:lnTo>
                  <a:lnTo>
                    <a:pt x="2251" y="5833"/>
                  </a:lnTo>
                  <a:cubicBezTo>
                    <a:pt x="2251" y="5833"/>
                    <a:pt x="2892" y="6250"/>
                    <a:pt x="3251" y="6250"/>
                  </a:cubicBezTo>
                  <a:cubicBezTo>
                    <a:pt x="3308" y="6250"/>
                    <a:pt x="3358" y="6240"/>
                    <a:pt x="3397" y="6215"/>
                  </a:cubicBezTo>
                  <a:cubicBezTo>
                    <a:pt x="3679" y="6032"/>
                    <a:pt x="3960" y="5068"/>
                    <a:pt x="3960" y="5068"/>
                  </a:cubicBezTo>
                  <a:cubicBezTo>
                    <a:pt x="4136" y="5043"/>
                    <a:pt x="4292" y="4940"/>
                    <a:pt x="4382" y="4787"/>
                  </a:cubicBezTo>
                  <a:cubicBezTo>
                    <a:pt x="4544" y="4527"/>
                    <a:pt x="4202" y="3983"/>
                    <a:pt x="4202" y="3843"/>
                  </a:cubicBezTo>
                  <a:cubicBezTo>
                    <a:pt x="4202" y="3703"/>
                    <a:pt x="4402" y="3482"/>
                    <a:pt x="4423" y="3220"/>
                  </a:cubicBezTo>
                  <a:cubicBezTo>
                    <a:pt x="4444" y="2961"/>
                    <a:pt x="4402" y="2037"/>
                    <a:pt x="4402" y="2037"/>
                  </a:cubicBezTo>
                  <a:lnTo>
                    <a:pt x="4402" y="2037"/>
                  </a:lnTo>
                  <a:cubicBezTo>
                    <a:pt x="4402" y="2037"/>
                    <a:pt x="4630" y="2220"/>
                    <a:pt x="4888" y="2220"/>
                  </a:cubicBezTo>
                  <a:cubicBezTo>
                    <a:pt x="5029" y="2220"/>
                    <a:pt x="5179" y="2165"/>
                    <a:pt x="5307" y="1995"/>
                  </a:cubicBezTo>
                  <a:cubicBezTo>
                    <a:pt x="5603" y="1620"/>
                    <a:pt x="5587" y="1083"/>
                    <a:pt x="5266" y="728"/>
                  </a:cubicBezTo>
                  <a:cubicBezTo>
                    <a:pt x="5196" y="652"/>
                    <a:pt x="5114" y="628"/>
                    <a:pt x="5027" y="628"/>
                  </a:cubicBezTo>
                  <a:cubicBezTo>
                    <a:pt x="4863" y="628"/>
                    <a:pt x="4680" y="716"/>
                    <a:pt x="4527" y="716"/>
                  </a:cubicBezTo>
                  <a:cubicBezTo>
                    <a:pt x="4483" y="716"/>
                    <a:pt x="4441" y="709"/>
                    <a:pt x="4402" y="690"/>
                  </a:cubicBezTo>
                  <a:cubicBezTo>
                    <a:pt x="4161" y="570"/>
                    <a:pt x="4200" y="66"/>
                    <a:pt x="3658" y="6"/>
                  </a:cubicBezTo>
                  <a:cubicBezTo>
                    <a:pt x="3629" y="3"/>
                    <a:pt x="3600" y="1"/>
                    <a:pt x="35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3"/>
            <p:cNvSpPr/>
            <p:nvPr/>
          </p:nvSpPr>
          <p:spPr>
            <a:xfrm flipH="1">
              <a:off x="6321553" y="1889193"/>
              <a:ext cx="440089" cy="564728"/>
            </a:xfrm>
            <a:custGeom>
              <a:rect b="b" l="l" r="r" t="t"/>
              <a:pathLst>
                <a:path extrusionOk="0" h="7342" w="5716">
                  <a:moveTo>
                    <a:pt x="3628" y="99"/>
                  </a:moveTo>
                  <a:cubicBezTo>
                    <a:pt x="3653" y="99"/>
                    <a:pt x="3680" y="101"/>
                    <a:pt x="3708" y="104"/>
                  </a:cubicBezTo>
                  <a:cubicBezTo>
                    <a:pt x="4024" y="139"/>
                    <a:pt x="4121" y="329"/>
                    <a:pt x="4217" y="512"/>
                  </a:cubicBezTo>
                  <a:cubicBezTo>
                    <a:pt x="4276" y="626"/>
                    <a:pt x="4332" y="733"/>
                    <a:pt x="4436" y="785"/>
                  </a:cubicBezTo>
                  <a:cubicBezTo>
                    <a:pt x="4482" y="807"/>
                    <a:pt x="4532" y="816"/>
                    <a:pt x="4583" y="816"/>
                  </a:cubicBezTo>
                  <a:cubicBezTo>
                    <a:pt x="4665" y="816"/>
                    <a:pt x="4752" y="793"/>
                    <a:pt x="4837" y="772"/>
                  </a:cubicBezTo>
                  <a:cubicBezTo>
                    <a:pt x="4922" y="749"/>
                    <a:pt x="5005" y="728"/>
                    <a:pt x="5082" y="728"/>
                  </a:cubicBezTo>
                  <a:cubicBezTo>
                    <a:pt x="5158" y="728"/>
                    <a:pt x="5227" y="749"/>
                    <a:pt x="5285" y="811"/>
                  </a:cubicBezTo>
                  <a:cubicBezTo>
                    <a:pt x="5589" y="1150"/>
                    <a:pt x="5606" y="1656"/>
                    <a:pt x="5322" y="2015"/>
                  </a:cubicBezTo>
                  <a:cubicBezTo>
                    <a:pt x="5232" y="2133"/>
                    <a:pt x="5124" y="2201"/>
                    <a:pt x="4999" y="2216"/>
                  </a:cubicBezTo>
                  <a:cubicBezTo>
                    <a:pt x="4980" y="2218"/>
                    <a:pt x="4961" y="2219"/>
                    <a:pt x="4941" y="2219"/>
                  </a:cubicBezTo>
                  <a:cubicBezTo>
                    <a:pt x="4705" y="2219"/>
                    <a:pt x="4491" y="2048"/>
                    <a:pt x="4489" y="2046"/>
                  </a:cubicBezTo>
                  <a:cubicBezTo>
                    <a:pt x="4481" y="2039"/>
                    <a:pt x="4470" y="2035"/>
                    <a:pt x="4459" y="2035"/>
                  </a:cubicBezTo>
                  <a:cubicBezTo>
                    <a:pt x="4451" y="2035"/>
                    <a:pt x="4444" y="2037"/>
                    <a:pt x="4436" y="2040"/>
                  </a:cubicBezTo>
                  <a:cubicBezTo>
                    <a:pt x="4417" y="2049"/>
                    <a:pt x="4408" y="2068"/>
                    <a:pt x="4408" y="2089"/>
                  </a:cubicBezTo>
                  <a:cubicBezTo>
                    <a:pt x="4408" y="2098"/>
                    <a:pt x="4449" y="3012"/>
                    <a:pt x="4429" y="3268"/>
                  </a:cubicBezTo>
                  <a:cubicBezTo>
                    <a:pt x="4417" y="3404"/>
                    <a:pt x="4355" y="3529"/>
                    <a:pt x="4298" y="3641"/>
                  </a:cubicBezTo>
                  <a:cubicBezTo>
                    <a:pt x="4250" y="3737"/>
                    <a:pt x="4208" y="3822"/>
                    <a:pt x="4208" y="3896"/>
                  </a:cubicBezTo>
                  <a:cubicBezTo>
                    <a:pt x="4208" y="3949"/>
                    <a:pt x="4242" y="4033"/>
                    <a:pt x="4287" y="4146"/>
                  </a:cubicBezTo>
                  <a:cubicBezTo>
                    <a:pt x="4370" y="4350"/>
                    <a:pt x="4494" y="4655"/>
                    <a:pt x="4395" y="4814"/>
                  </a:cubicBezTo>
                  <a:cubicBezTo>
                    <a:pt x="4311" y="4954"/>
                    <a:pt x="4171" y="5047"/>
                    <a:pt x="4009" y="5072"/>
                  </a:cubicBezTo>
                  <a:cubicBezTo>
                    <a:pt x="3990" y="5073"/>
                    <a:pt x="3973" y="5088"/>
                    <a:pt x="3968" y="5106"/>
                  </a:cubicBezTo>
                  <a:cubicBezTo>
                    <a:pt x="3891" y="5370"/>
                    <a:pt x="3645" y="6083"/>
                    <a:pt x="3427" y="6223"/>
                  </a:cubicBezTo>
                  <a:cubicBezTo>
                    <a:pt x="3395" y="6243"/>
                    <a:pt x="3354" y="6252"/>
                    <a:pt x="3305" y="6252"/>
                  </a:cubicBezTo>
                  <a:cubicBezTo>
                    <a:pt x="3032" y="6252"/>
                    <a:pt x="2534" y="5970"/>
                    <a:pt x="2336" y="5841"/>
                  </a:cubicBezTo>
                  <a:cubicBezTo>
                    <a:pt x="2328" y="5836"/>
                    <a:pt x="2318" y="5832"/>
                    <a:pt x="2308" y="5832"/>
                  </a:cubicBezTo>
                  <a:cubicBezTo>
                    <a:pt x="2303" y="5832"/>
                    <a:pt x="2297" y="5833"/>
                    <a:pt x="2292" y="5835"/>
                  </a:cubicBezTo>
                  <a:cubicBezTo>
                    <a:pt x="2277" y="5841"/>
                    <a:pt x="2264" y="5855"/>
                    <a:pt x="2261" y="5869"/>
                  </a:cubicBezTo>
                  <a:lnTo>
                    <a:pt x="1862" y="7203"/>
                  </a:lnTo>
                  <a:lnTo>
                    <a:pt x="124" y="5713"/>
                  </a:lnTo>
                  <a:lnTo>
                    <a:pt x="862" y="4502"/>
                  </a:lnTo>
                  <a:cubicBezTo>
                    <a:pt x="870" y="4491"/>
                    <a:pt x="871" y="4477"/>
                    <a:pt x="868" y="4462"/>
                  </a:cubicBezTo>
                  <a:cubicBezTo>
                    <a:pt x="864" y="4449"/>
                    <a:pt x="509" y="3314"/>
                    <a:pt x="488" y="2525"/>
                  </a:cubicBezTo>
                  <a:cubicBezTo>
                    <a:pt x="470" y="1753"/>
                    <a:pt x="811" y="860"/>
                    <a:pt x="1620" y="605"/>
                  </a:cubicBezTo>
                  <a:cubicBezTo>
                    <a:pt x="1920" y="511"/>
                    <a:pt x="2163" y="482"/>
                    <a:pt x="2356" y="482"/>
                  </a:cubicBezTo>
                  <a:cubicBezTo>
                    <a:pt x="2577" y="482"/>
                    <a:pt x="2731" y="520"/>
                    <a:pt x="2830" y="545"/>
                  </a:cubicBezTo>
                  <a:cubicBezTo>
                    <a:pt x="2883" y="558"/>
                    <a:pt x="2920" y="567"/>
                    <a:pt x="2951" y="567"/>
                  </a:cubicBezTo>
                  <a:cubicBezTo>
                    <a:pt x="3014" y="567"/>
                    <a:pt x="3057" y="508"/>
                    <a:pt x="3113" y="427"/>
                  </a:cubicBezTo>
                  <a:cubicBezTo>
                    <a:pt x="3212" y="286"/>
                    <a:pt x="3343" y="99"/>
                    <a:pt x="3628" y="99"/>
                  </a:cubicBezTo>
                  <a:close/>
                  <a:moveTo>
                    <a:pt x="3630" y="0"/>
                  </a:moveTo>
                  <a:cubicBezTo>
                    <a:pt x="3290" y="0"/>
                    <a:pt x="3129" y="229"/>
                    <a:pt x="3030" y="371"/>
                  </a:cubicBezTo>
                  <a:cubicBezTo>
                    <a:pt x="3005" y="409"/>
                    <a:pt x="2967" y="462"/>
                    <a:pt x="2952" y="468"/>
                  </a:cubicBezTo>
                  <a:cubicBezTo>
                    <a:pt x="2933" y="468"/>
                    <a:pt x="2896" y="459"/>
                    <a:pt x="2853" y="447"/>
                  </a:cubicBezTo>
                  <a:cubicBezTo>
                    <a:pt x="2751" y="422"/>
                    <a:pt x="2588" y="381"/>
                    <a:pt x="2357" y="381"/>
                  </a:cubicBezTo>
                  <a:cubicBezTo>
                    <a:pt x="2155" y="381"/>
                    <a:pt x="1902" y="412"/>
                    <a:pt x="1590" y="511"/>
                  </a:cubicBezTo>
                  <a:cubicBezTo>
                    <a:pt x="731" y="779"/>
                    <a:pt x="369" y="1716"/>
                    <a:pt x="389" y="2527"/>
                  </a:cubicBezTo>
                  <a:cubicBezTo>
                    <a:pt x="407" y="3268"/>
                    <a:pt x="716" y="4306"/>
                    <a:pt x="767" y="4469"/>
                  </a:cubicBezTo>
                  <a:lnTo>
                    <a:pt x="15" y="5695"/>
                  </a:lnTo>
                  <a:cubicBezTo>
                    <a:pt x="0" y="5716"/>
                    <a:pt x="6" y="5744"/>
                    <a:pt x="24" y="5760"/>
                  </a:cubicBezTo>
                  <a:lnTo>
                    <a:pt x="1854" y="7328"/>
                  </a:lnTo>
                  <a:cubicBezTo>
                    <a:pt x="1863" y="7337"/>
                    <a:pt x="1876" y="7342"/>
                    <a:pt x="1887" y="7342"/>
                  </a:cubicBezTo>
                  <a:cubicBezTo>
                    <a:pt x="1891" y="7342"/>
                    <a:pt x="1895" y="7342"/>
                    <a:pt x="1901" y="7337"/>
                  </a:cubicBezTo>
                  <a:cubicBezTo>
                    <a:pt x="1916" y="7334"/>
                    <a:pt x="1929" y="7321"/>
                    <a:pt x="1934" y="7305"/>
                  </a:cubicBezTo>
                  <a:lnTo>
                    <a:pt x="2338" y="5959"/>
                  </a:lnTo>
                  <a:cubicBezTo>
                    <a:pt x="2512" y="6067"/>
                    <a:pt x="2994" y="6348"/>
                    <a:pt x="3308" y="6348"/>
                  </a:cubicBezTo>
                  <a:cubicBezTo>
                    <a:pt x="3375" y="6348"/>
                    <a:pt x="3434" y="6336"/>
                    <a:pt x="3481" y="6305"/>
                  </a:cubicBezTo>
                  <a:cubicBezTo>
                    <a:pt x="3749" y="6135"/>
                    <a:pt x="4004" y="5333"/>
                    <a:pt x="4056" y="5163"/>
                  </a:cubicBezTo>
                  <a:cubicBezTo>
                    <a:pt x="4236" y="5128"/>
                    <a:pt x="4388" y="5020"/>
                    <a:pt x="4482" y="4863"/>
                  </a:cubicBezTo>
                  <a:cubicBezTo>
                    <a:pt x="4606" y="4662"/>
                    <a:pt x="4474" y="4342"/>
                    <a:pt x="4380" y="4107"/>
                  </a:cubicBezTo>
                  <a:cubicBezTo>
                    <a:pt x="4346" y="4018"/>
                    <a:pt x="4309" y="3927"/>
                    <a:pt x="4309" y="3893"/>
                  </a:cubicBezTo>
                  <a:cubicBezTo>
                    <a:pt x="4309" y="3843"/>
                    <a:pt x="4348" y="3765"/>
                    <a:pt x="4389" y="3684"/>
                  </a:cubicBezTo>
                  <a:cubicBezTo>
                    <a:pt x="4446" y="3570"/>
                    <a:pt x="4519" y="3429"/>
                    <a:pt x="4530" y="3274"/>
                  </a:cubicBezTo>
                  <a:cubicBezTo>
                    <a:pt x="4545" y="3062"/>
                    <a:pt x="4523" y="2431"/>
                    <a:pt x="4514" y="2183"/>
                  </a:cubicBezTo>
                  <a:lnTo>
                    <a:pt x="4514" y="2183"/>
                  </a:lnTo>
                  <a:cubicBezTo>
                    <a:pt x="4607" y="2242"/>
                    <a:pt x="4769" y="2320"/>
                    <a:pt x="4945" y="2320"/>
                  </a:cubicBezTo>
                  <a:cubicBezTo>
                    <a:pt x="4968" y="2320"/>
                    <a:pt x="4990" y="2319"/>
                    <a:pt x="5012" y="2316"/>
                  </a:cubicBezTo>
                  <a:cubicBezTo>
                    <a:pt x="5166" y="2297"/>
                    <a:pt x="5297" y="2216"/>
                    <a:pt x="5401" y="2076"/>
                  </a:cubicBezTo>
                  <a:cubicBezTo>
                    <a:pt x="5715" y="1679"/>
                    <a:pt x="5698" y="1119"/>
                    <a:pt x="5359" y="744"/>
                  </a:cubicBezTo>
                  <a:cubicBezTo>
                    <a:pt x="5277" y="655"/>
                    <a:pt x="5182" y="627"/>
                    <a:pt x="5084" y="627"/>
                  </a:cubicBezTo>
                  <a:cubicBezTo>
                    <a:pt x="4993" y="627"/>
                    <a:pt x="4900" y="651"/>
                    <a:pt x="4812" y="674"/>
                  </a:cubicBezTo>
                  <a:cubicBezTo>
                    <a:pt x="4730" y="695"/>
                    <a:pt x="4651" y="717"/>
                    <a:pt x="4582" y="717"/>
                  </a:cubicBezTo>
                  <a:cubicBezTo>
                    <a:pt x="4545" y="717"/>
                    <a:pt x="4511" y="710"/>
                    <a:pt x="4480" y="695"/>
                  </a:cubicBezTo>
                  <a:cubicBezTo>
                    <a:pt x="4405" y="658"/>
                    <a:pt x="4360" y="570"/>
                    <a:pt x="4305" y="467"/>
                  </a:cubicBezTo>
                  <a:cubicBezTo>
                    <a:pt x="4208" y="278"/>
                    <a:pt x="4087" y="47"/>
                    <a:pt x="3720" y="5"/>
                  </a:cubicBezTo>
                  <a:cubicBezTo>
                    <a:pt x="3689" y="2"/>
                    <a:pt x="3659" y="0"/>
                    <a:pt x="3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3"/>
            <p:cNvSpPr/>
            <p:nvPr/>
          </p:nvSpPr>
          <p:spPr>
            <a:xfrm flipH="1">
              <a:off x="6325788" y="1892885"/>
              <a:ext cx="403518" cy="481042"/>
            </a:xfrm>
            <a:custGeom>
              <a:rect b="b" l="l" r="r" t="t"/>
              <a:pathLst>
                <a:path extrusionOk="0" h="6254" w="5241">
                  <a:moveTo>
                    <a:pt x="3209" y="1"/>
                  </a:moveTo>
                  <a:cubicBezTo>
                    <a:pt x="2742" y="1"/>
                    <a:pt x="2646" y="467"/>
                    <a:pt x="2534" y="467"/>
                  </a:cubicBezTo>
                  <a:cubicBezTo>
                    <a:pt x="2459" y="467"/>
                    <a:pt x="2272" y="380"/>
                    <a:pt x="1939" y="380"/>
                  </a:cubicBezTo>
                  <a:cubicBezTo>
                    <a:pt x="1742" y="380"/>
                    <a:pt x="1493" y="411"/>
                    <a:pt x="1187" y="508"/>
                  </a:cubicBezTo>
                  <a:cubicBezTo>
                    <a:pt x="363" y="769"/>
                    <a:pt x="0" y="1673"/>
                    <a:pt x="21" y="2477"/>
                  </a:cubicBezTo>
                  <a:cubicBezTo>
                    <a:pt x="41" y="3281"/>
                    <a:pt x="403" y="4427"/>
                    <a:pt x="403" y="4427"/>
                  </a:cubicBezTo>
                  <a:cubicBezTo>
                    <a:pt x="624" y="4346"/>
                    <a:pt x="864" y="4144"/>
                    <a:pt x="845" y="3923"/>
                  </a:cubicBezTo>
                  <a:cubicBezTo>
                    <a:pt x="824" y="3702"/>
                    <a:pt x="845" y="3823"/>
                    <a:pt x="684" y="3602"/>
                  </a:cubicBezTo>
                  <a:cubicBezTo>
                    <a:pt x="500" y="3338"/>
                    <a:pt x="532" y="2980"/>
                    <a:pt x="765" y="2757"/>
                  </a:cubicBezTo>
                  <a:cubicBezTo>
                    <a:pt x="816" y="2703"/>
                    <a:pt x="865" y="2681"/>
                    <a:pt x="911" y="2681"/>
                  </a:cubicBezTo>
                  <a:cubicBezTo>
                    <a:pt x="1103" y="2681"/>
                    <a:pt x="1246" y="3059"/>
                    <a:pt x="1246" y="3059"/>
                  </a:cubicBezTo>
                  <a:cubicBezTo>
                    <a:pt x="1246" y="3059"/>
                    <a:pt x="905" y="4526"/>
                    <a:pt x="884" y="4909"/>
                  </a:cubicBezTo>
                  <a:cubicBezTo>
                    <a:pt x="864" y="5291"/>
                    <a:pt x="1891" y="5833"/>
                    <a:pt x="1891" y="5833"/>
                  </a:cubicBezTo>
                  <a:cubicBezTo>
                    <a:pt x="1891" y="5833"/>
                    <a:pt x="2532" y="6254"/>
                    <a:pt x="2889" y="6254"/>
                  </a:cubicBezTo>
                  <a:cubicBezTo>
                    <a:pt x="2946" y="6254"/>
                    <a:pt x="2996" y="6243"/>
                    <a:pt x="3035" y="6218"/>
                  </a:cubicBezTo>
                  <a:cubicBezTo>
                    <a:pt x="3316" y="6036"/>
                    <a:pt x="3598" y="5071"/>
                    <a:pt x="3598" y="5071"/>
                  </a:cubicBezTo>
                  <a:cubicBezTo>
                    <a:pt x="3598" y="5071"/>
                    <a:pt x="3418" y="4629"/>
                    <a:pt x="3197" y="4527"/>
                  </a:cubicBezTo>
                  <a:cubicBezTo>
                    <a:pt x="3143" y="4503"/>
                    <a:pt x="3043" y="4493"/>
                    <a:pt x="2918" y="4493"/>
                  </a:cubicBezTo>
                  <a:cubicBezTo>
                    <a:pt x="2535" y="4493"/>
                    <a:pt x="1921" y="4588"/>
                    <a:pt x="1710" y="4648"/>
                  </a:cubicBezTo>
                  <a:cubicBezTo>
                    <a:pt x="1700" y="4651"/>
                    <a:pt x="1691" y="4652"/>
                    <a:pt x="1683" y="4652"/>
                  </a:cubicBezTo>
                  <a:cubicBezTo>
                    <a:pt x="1442" y="4652"/>
                    <a:pt x="1610" y="3571"/>
                    <a:pt x="1670" y="3241"/>
                  </a:cubicBezTo>
                  <a:cubicBezTo>
                    <a:pt x="1730" y="2897"/>
                    <a:pt x="2152" y="2880"/>
                    <a:pt x="2414" y="2859"/>
                  </a:cubicBezTo>
                  <a:cubicBezTo>
                    <a:pt x="2675" y="2838"/>
                    <a:pt x="2895" y="2678"/>
                    <a:pt x="2856" y="2417"/>
                  </a:cubicBezTo>
                  <a:cubicBezTo>
                    <a:pt x="2817" y="2155"/>
                    <a:pt x="2775" y="1875"/>
                    <a:pt x="3136" y="1754"/>
                  </a:cubicBezTo>
                  <a:cubicBezTo>
                    <a:pt x="3183" y="1738"/>
                    <a:pt x="3233" y="1732"/>
                    <a:pt x="3284" y="1732"/>
                  </a:cubicBezTo>
                  <a:cubicBezTo>
                    <a:pt x="3629" y="1732"/>
                    <a:pt x="4040" y="2035"/>
                    <a:pt x="4040" y="2035"/>
                  </a:cubicBezTo>
                  <a:cubicBezTo>
                    <a:pt x="4040" y="2035"/>
                    <a:pt x="4267" y="2220"/>
                    <a:pt x="4526" y="2220"/>
                  </a:cubicBezTo>
                  <a:cubicBezTo>
                    <a:pt x="4666" y="2220"/>
                    <a:pt x="4817" y="2165"/>
                    <a:pt x="4945" y="1995"/>
                  </a:cubicBezTo>
                  <a:cubicBezTo>
                    <a:pt x="5241" y="1620"/>
                    <a:pt x="5225" y="1085"/>
                    <a:pt x="4905" y="728"/>
                  </a:cubicBezTo>
                  <a:cubicBezTo>
                    <a:pt x="4834" y="652"/>
                    <a:pt x="4752" y="627"/>
                    <a:pt x="4665" y="627"/>
                  </a:cubicBezTo>
                  <a:cubicBezTo>
                    <a:pt x="4500" y="627"/>
                    <a:pt x="4319" y="715"/>
                    <a:pt x="4165" y="715"/>
                  </a:cubicBezTo>
                  <a:cubicBezTo>
                    <a:pt x="4121" y="715"/>
                    <a:pt x="4078" y="708"/>
                    <a:pt x="4040" y="688"/>
                  </a:cubicBezTo>
                  <a:cubicBezTo>
                    <a:pt x="3800" y="569"/>
                    <a:pt x="3839" y="66"/>
                    <a:pt x="3296" y="6"/>
                  </a:cubicBezTo>
                  <a:cubicBezTo>
                    <a:pt x="3265" y="2"/>
                    <a:pt x="3236" y="1"/>
                    <a:pt x="3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3"/>
            <p:cNvSpPr/>
            <p:nvPr/>
          </p:nvSpPr>
          <p:spPr>
            <a:xfrm flipH="1">
              <a:off x="6321553" y="1889270"/>
              <a:ext cx="411602" cy="488503"/>
            </a:xfrm>
            <a:custGeom>
              <a:rect b="b" l="l" r="r" t="t"/>
              <a:pathLst>
                <a:path extrusionOk="0" h="6351" w="5346">
                  <a:moveTo>
                    <a:pt x="3258" y="101"/>
                  </a:moveTo>
                  <a:cubicBezTo>
                    <a:pt x="3283" y="101"/>
                    <a:pt x="3310" y="103"/>
                    <a:pt x="3338" y="106"/>
                  </a:cubicBezTo>
                  <a:cubicBezTo>
                    <a:pt x="3654" y="141"/>
                    <a:pt x="3751" y="330"/>
                    <a:pt x="3847" y="513"/>
                  </a:cubicBezTo>
                  <a:cubicBezTo>
                    <a:pt x="3906" y="628"/>
                    <a:pt x="3962" y="734"/>
                    <a:pt x="4066" y="785"/>
                  </a:cubicBezTo>
                  <a:cubicBezTo>
                    <a:pt x="4112" y="808"/>
                    <a:pt x="4161" y="816"/>
                    <a:pt x="4212" y="816"/>
                  </a:cubicBezTo>
                  <a:cubicBezTo>
                    <a:pt x="4294" y="816"/>
                    <a:pt x="4381" y="794"/>
                    <a:pt x="4466" y="772"/>
                  </a:cubicBezTo>
                  <a:cubicBezTo>
                    <a:pt x="4550" y="750"/>
                    <a:pt x="4632" y="729"/>
                    <a:pt x="4708" y="729"/>
                  </a:cubicBezTo>
                  <a:cubicBezTo>
                    <a:pt x="4785" y="729"/>
                    <a:pt x="4855" y="750"/>
                    <a:pt x="4914" y="813"/>
                  </a:cubicBezTo>
                  <a:cubicBezTo>
                    <a:pt x="5217" y="1152"/>
                    <a:pt x="5235" y="1656"/>
                    <a:pt x="4950" y="2016"/>
                  </a:cubicBezTo>
                  <a:cubicBezTo>
                    <a:pt x="4862" y="2134"/>
                    <a:pt x="4753" y="2202"/>
                    <a:pt x="4628" y="2216"/>
                  </a:cubicBezTo>
                  <a:cubicBezTo>
                    <a:pt x="4608" y="2219"/>
                    <a:pt x="4589" y="2220"/>
                    <a:pt x="4570" y="2220"/>
                  </a:cubicBezTo>
                  <a:cubicBezTo>
                    <a:pt x="4333" y="2220"/>
                    <a:pt x="4119" y="2049"/>
                    <a:pt x="4116" y="2045"/>
                  </a:cubicBezTo>
                  <a:cubicBezTo>
                    <a:pt x="4097" y="2030"/>
                    <a:pt x="3687" y="1732"/>
                    <a:pt x="3330" y="1732"/>
                  </a:cubicBezTo>
                  <a:cubicBezTo>
                    <a:pt x="3273" y="1732"/>
                    <a:pt x="3218" y="1739"/>
                    <a:pt x="3166" y="1757"/>
                  </a:cubicBezTo>
                  <a:cubicBezTo>
                    <a:pt x="2762" y="1891"/>
                    <a:pt x="2812" y="2215"/>
                    <a:pt x="2850" y="2474"/>
                  </a:cubicBezTo>
                  <a:cubicBezTo>
                    <a:pt x="2864" y="2563"/>
                    <a:pt x="2844" y="2641"/>
                    <a:pt x="2793" y="2706"/>
                  </a:cubicBezTo>
                  <a:cubicBezTo>
                    <a:pt x="2724" y="2791"/>
                    <a:pt x="2600" y="2849"/>
                    <a:pt x="2454" y="2860"/>
                  </a:cubicBezTo>
                  <a:lnTo>
                    <a:pt x="2424" y="2862"/>
                  </a:lnTo>
                  <a:cubicBezTo>
                    <a:pt x="2165" y="2882"/>
                    <a:pt x="1729" y="2915"/>
                    <a:pt x="1664" y="3283"/>
                  </a:cubicBezTo>
                  <a:cubicBezTo>
                    <a:pt x="1583" y="3753"/>
                    <a:pt x="1471" y="4564"/>
                    <a:pt x="1643" y="4720"/>
                  </a:cubicBezTo>
                  <a:cubicBezTo>
                    <a:pt x="1669" y="4742"/>
                    <a:pt x="1698" y="4754"/>
                    <a:pt x="1729" y="4754"/>
                  </a:cubicBezTo>
                  <a:cubicBezTo>
                    <a:pt x="1742" y="4754"/>
                    <a:pt x="1755" y="4752"/>
                    <a:pt x="1769" y="4748"/>
                  </a:cubicBezTo>
                  <a:cubicBezTo>
                    <a:pt x="1987" y="4685"/>
                    <a:pt x="2597" y="4594"/>
                    <a:pt x="2965" y="4594"/>
                  </a:cubicBezTo>
                  <a:cubicBezTo>
                    <a:pt x="3080" y="4594"/>
                    <a:pt x="3172" y="4603"/>
                    <a:pt x="3220" y="4624"/>
                  </a:cubicBezTo>
                  <a:cubicBezTo>
                    <a:pt x="3381" y="4697"/>
                    <a:pt x="3536" y="4994"/>
                    <a:pt x="3592" y="5124"/>
                  </a:cubicBezTo>
                  <a:cubicBezTo>
                    <a:pt x="3511" y="5400"/>
                    <a:pt x="3269" y="6088"/>
                    <a:pt x="3055" y="6223"/>
                  </a:cubicBezTo>
                  <a:cubicBezTo>
                    <a:pt x="3024" y="6243"/>
                    <a:pt x="2983" y="6252"/>
                    <a:pt x="2935" y="6252"/>
                  </a:cubicBezTo>
                  <a:cubicBezTo>
                    <a:pt x="2663" y="6252"/>
                    <a:pt x="2164" y="5969"/>
                    <a:pt x="1963" y="5837"/>
                  </a:cubicBezTo>
                  <a:cubicBezTo>
                    <a:pt x="1686" y="5690"/>
                    <a:pt x="970" y="5248"/>
                    <a:pt x="985" y="4960"/>
                  </a:cubicBezTo>
                  <a:cubicBezTo>
                    <a:pt x="1002" y="4586"/>
                    <a:pt x="1340" y="3134"/>
                    <a:pt x="1344" y="3120"/>
                  </a:cubicBezTo>
                  <a:cubicBezTo>
                    <a:pt x="1346" y="3111"/>
                    <a:pt x="1346" y="3099"/>
                    <a:pt x="1341" y="3090"/>
                  </a:cubicBezTo>
                  <a:cubicBezTo>
                    <a:pt x="1329" y="3053"/>
                    <a:pt x="1198" y="2722"/>
                    <a:pt x="999" y="2684"/>
                  </a:cubicBezTo>
                  <a:cubicBezTo>
                    <a:pt x="986" y="2681"/>
                    <a:pt x="973" y="2679"/>
                    <a:pt x="961" y="2679"/>
                  </a:cubicBezTo>
                  <a:cubicBezTo>
                    <a:pt x="896" y="2679"/>
                    <a:pt x="836" y="2710"/>
                    <a:pt x="780" y="2772"/>
                  </a:cubicBezTo>
                  <a:cubicBezTo>
                    <a:pt x="529" y="3012"/>
                    <a:pt x="492" y="3395"/>
                    <a:pt x="693" y="3681"/>
                  </a:cubicBezTo>
                  <a:cubicBezTo>
                    <a:pt x="749" y="3756"/>
                    <a:pt x="784" y="3793"/>
                    <a:pt x="806" y="3818"/>
                  </a:cubicBezTo>
                  <a:cubicBezTo>
                    <a:pt x="833" y="3848"/>
                    <a:pt x="833" y="3848"/>
                    <a:pt x="840" y="3939"/>
                  </a:cubicBezTo>
                  <a:lnTo>
                    <a:pt x="845" y="3977"/>
                  </a:lnTo>
                  <a:cubicBezTo>
                    <a:pt x="861" y="4153"/>
                    <a:pt x="678" y="4322"/>
                    <a:pt x="485" y="4409"/>
                  </a:cubicBezTo>
                  <a:cubicBezTo>
                    <a:pt x="416" y="4176"/>
                    <a:pt x="137" y="3217"/>
                    <a:pt x="121" y="2526"/>
                  </a:cubicBezTo>
                  <a:cubicBezTo>
                    <a:pt x="100" y="1757"/>
                    <a:pt x="442" y="863"/>
                    <a:pt x="1251" y="607"/>
                  </a:cubicBezTo>
                  <a:cubicBezTo>
                    <a:pt x="1550" y="512"/>
                    <a:pt x="1793" y="482"/>
                    <a:pt x="1985" y="482"/>
                  </a:cubicBezTo>
                  <a:cubicBezTo>
                    <a:pt x="2206" y="482"/>
                    <a:pt x="2361" y="521"/>
                    <a:pt x="2460" y="547"/>
                  </a:cubicBezTo>
                  <a:cubicBezTo>
                    <a:pt x="2513" y="558"/>
                    <a:pt x="2550" y="569"/>
                    <a:pt x="2582" y="569"/>
                  </a:cubicBezTo>
                  <a:cubicBezTo>
                    <a:pt x="2645" y="569"/>
                    <a:pt x="2687" y="510"/>
                    <a:pt x="2744" y="429"/>
                  </a:cubicBezTo>
                  <a:cubicBezTo>
                    <a:pt x="2842" y="288"/>
                    <a:pt x="2973" y="101"/>
                    <a:pt x="3258" y="101"/>
                  </a:cubicBezTo>
                  <a:close/>
                  <a:moveTo>
                    <a:pt x="3261" y="1"/>
                  </a:moveTo>
                  <a:cubicBezTo>
                    <a:pt x="2920" y="1"/>
                    <a:pt x="2761" y="230"/>
                    <a:pt x="2663" y="371"/>
                  </a:cubicBezTo>
                  <a:cubicBezTo>
                    <a:pt x="2635" y="410"/>
                    <a:pt x="2598" y="463"/>
                    <a:pt x="2584" y="468"/>
                  </a:cubicBezTo>
                  <a:cubicBezTo>
                    <a:pt x="2564" y="468"/>
                    <a:pt x="2528" y="460"/>
                    <a:pt x="2486" y="448"/>
                  </a:cubicBezTo>
                  <a:cubicBezTo>
                    <a:pt x="2383" y="423"/>
                    <a:pt x="2220" y="382"/>
                    <a:pt x="1988" y="382"/>
                  </a:cubicBezTo>
                  <a:cubicBezTo>
                    <a:pt x="1787" y="382"/>
                    <a:pt x="1534" y="413"/>
                    <a:pt x="1222" y="511"/>
                  </a:cubicBezTo>
                  <a:cubicBezTo>
                    <a:pt x="364" y="784"/>
                    <a:pt x="0" y="1720"/>
                    <a:pt x="21" y="2527"/>
                  </a:cubicBezTo>
                  <a:cubicBezTo>
                    <a:pt x="41" y="3329"/>
                    <a:pt x="402" y="4480"/>
                    <a:pt x="405" y="4492"/>
                  </a:cubicBezTo>
                  <a:cubicBezTo>
                    <a:pt x="410" y="4505"/>
                    <a:pt x="419" y="4515"/>
                    <a:pt x="432" y="4521"/>
                  </a:cubicBezTo>
                  <a:cubicBezTo>
                    <a:pt x="438" y="4525"/>
                    <a:pt x="445" y="4526"/>
                    <a:pt x="452" y="4526"/>
                  </a:cubicBezTo>
                  <a:cubicBezTo>
                    <a:pt x="458" y="4526"/>
                    <a:pt x="464" y="4525"/>
                    <a:pt x="470" y="4523"/>
                  </a:cubicBezTo>
                  <a:cubicBezTo>
                    <a:pt x="722" y="4431"/>
                    <a:pt x="967" y="4212"/>
                    <a:pt x="945" y="3969"/>
                  </a:cubicBezTo>
                  <a:lnTo>
                    <a:pt x="942" y="3932"/>
                  </a:lnTo>
                  <a:cubicBezTo>
                    <a:pt x="933" y="3820"/>
                    <a:pt x="932" y="3805"/>
                    <a:pt x="880" y="3749"/>
                  </a:cubicBezTo>
                  <a:cubicBezTo>
                    <a:pt x="859" y="3727"/>
                    <a:pt x="828" y="3693"/>
                    <a:pt x="777" y="3622"/>
                  </a:cubicBezTo>
                  <a:cubicBezTo>
                    <a:pt x="603" y="3379"/>
                    <a:pt x="634" y="3052"/>
                    <a:pt x="852" y="2841"/>
                  </a:cubicBezTo>
                  <a:cubicBezTo>
                    <a:pt x="890" y="2801"/>
                    <a:pt x="927" y="2781"/>
                    <a:pt x="963" y="2781"/>
                  </a:cubicBezTo>
                  <a:cubicBezTo>
                    <a:pt x="969" y="2781"/>
                    <a:pt x="974" y="2781"/>
                    <a:pt x="980" y="2782"/>
                  </a:cubicBezTo>
                  <a:cubicBezTo>
                    <a:pt x="1097" y="2804"/>
                    <a:pt x="1206" y="3017"/>
                    <a:pt x="1244" y="3112"/>
                  </a:cubicBezTo>
                  <a:cubicBezTo>
                    <a:pt x="1206" y="3277"/>
                    <a:pt x="904" y="4589"/>
                    <a:pt x="884" y="4955"/>
                  </a:cubicBezTo>
                  <a:cubicBezTo>
                    <a:pt x="865" y="5358"/>
                    <a:pt x="1810" y="5868"/>
                    <a:pt x="1913" y="5923"/>
                  </a:cubicBezTo>
                  <a:cubicBezTo>
                    <a:pt x="1990" y="5973"/>
                    <a:pt x="2578" y="6350"/>
                    <a:pt x="2939" y="6350"/>
                  </a:cubicBezTo>
                  <a:cubicBezTo>
                    <a:pt x="3005" y="6350"/>
                    <a:pt x="3064" y="6338"/>
                    <a:pt x="3108" y="6310"/>
                  </a:cubicBezTo>
                  <a:cubicBezTo>
                    <a:pt x="3403" y="6120"/>
                    <a:pt x="3682" y="5177"/>
                    <a:pt x="3692" y="5136"/>
                  </a:cubicBezTo>
                  <a:cubicBezTo>
                    <a:pt x="3696" y="5126"/>
                    <a:pt x="3695" y="5114"/>
                    <a:pt x="3690" y="5103"/>
                  </a:cubicBezTo>
                  <a:cubicBezTo>
                    <a:pt x="3683" y="5084"/>
                    <a:pt x="3499" y="4641"/>
                    <a:pt x="3263" y="4535"/>
                  </a:cubicBezTo>
                  <a:cubicBezTo>
                    <a:pt x="3201" y="4506"/>
                    <a:pt x="3091" y="4495"/>
                    <a:pt x="2957" y="4495"/>
                  </a:cubicBezTo>
                  <a:cubicBezTo>
                    <a:pt x="2554" y="4495"/>
                    <a:pt x="1933" y="4597"/>
                    <a:pt x="1742" y="4652"/>
                  </a:cubicBezTo>
                  <a:cubicBezTo>
                    <a:pt x="1737" y="4653"/>
                    <a:pt x="1733" y="4654"/>
                    <a:pt x="1730" y="4654"/>
                  </a:cubicBezTo>
                  <a:cubicBezTo>
                    <a:pt x="1721" y="4654"/>
                    <a:pt x="1716" y="4651"/>
                    <a:pt x="1713" y="4647"/>
                  </a:cubicBezTo>
                  <a:cubicBezTo>
                    <a:pt x="1618" y="4561"/>
                    <a:pt x="1639" y="4022"/>
                    <a:pt x="1766" y="3301"/>
                  </a:cubicBezTo>
                  <a:cubicBezTo>
                    <a:pt x="1814" y="3009"/>
                    <a:pt x="2172" y="2983"/>
                    <a:pt x="2435" y="2962"/>
                  </a:cubicBezTo>
                  <a:lnTo>
                    <a:pt x="2464" y="2961"/>
                  </a:lnTo>
                  <a:cubicBezTo>
                    <a:pt x="2638" y="2946"/>
                    <a:pt x="2788" y="2877"/>
                    <a:pt x="2874" y="2768"/>
                  </a:cubicBezTo>
                  <a:cubicBezTo>
                    <a:pt x="2943" y="2681"/>
                    <a:pt x="2968" y="2574"/>
                    <a:pt x="2952" y="2460"/>
                  </a:cubicBezTo>
                  <a:cubicBezTo>
                    <a:pt x="2914" y="2202"/>
                    <a:pt x="2877" y="1958"/>
                    <a:pt x="3198" y="1852"/>
                  </a:cubicBezTo>
                  <a:cubicBezTo>
                    <a:pt x="3240" y="1838"/>
                    <a:pt x="3285" y="1832"/>
                    <a:pt x="3332" y="1832"/>
                  </a:cubicBezTo>
                  <a:cubicBezTo>
                    <a:pt x="3654" y="1832"/>
                    <a:pt x="4052" y="2122"/>
                    <a:pt x="4056" y="2125"/>
                  </a:cubicBezTo>
                  <a:cubicBezTo>
                    <a:pt x="4067" y="2133"/>
                    <a:pt x="4298" y="2321"/>
                    <a:pt x="4572" y="2321"/>
                  </a:cubicBezTo>
                  <a:cubicBezTo>
                    <a:pt x="4594" y="2321"/>
                    <a:pt x="4618" y="2319"/>
                    <a:pt x="4641" y="2317"/>
                  </a:cubicBezTo>
                  <a:cubicBezTo>
                    <a:pt x="4794" y="2297"/>
                    <a:pt x="4927" y="2216"/>
                    <a:pt x="5031" y="2076"/>
                  </a:cubicBezTo>
                  <a:cubicBezTo>
                    <a:pt x="5345" y="1680"/>
                    <a:pt x="5328" y="1120"/>
                    <a:pt x="4989" y="744"/>
                  </a:cubicBezTo>
                  <a:cubicBezTo>
                    <a:pt x="4907" y="655"/>
                    <a:pt x="4812" y="627"/>
                    <a:pt x="4714" y="627"/>
                  </a:cubicBezTo>
                  <a:cubicBezTo>
                    <a:pt x="4623" y="627"/>
                    <a:pt x="4530" y="651"/>
                    <a:pt x="4442" y="675"/>
                  </a:cubicBezTo>
                  <a:cubicBezTo>
                    <a:pt x="4361" y="696"/>
                    <a:pt x="4282" y="716"/>
                    <a:pt x="4214" y="716"/>
                  </a:cubicBezTo>
                  <a:cubicBezTo>
                    <a:pt x="4177" y="716"/>
                    <a:pt x="4142" y="710"/>
                    <a:pt x="4112" y="695"/>
                  </a:cubicBezTo>
                  <a:cubicBezTo>
                    <a:pt x="4037" y="659"/>
                    <a:pt x="3991" y="570"/>
                    <a:pt x="3938" y="467"/>
                  </a:cubicBezTo>
                  <a:cubicBezTo>
                    <a:pt x="3839" y="278"/>
                    <a:pt x="3720" y="47"/>
                    <a:pt x="3351" y="6"/>
                  </a:cubicBezTo>
                  <a:cubicBezTo>
                    <a:pt x="3320" y="2"/>
                    <a:pt x="3290" y="1"/>
                    <a:pt x="3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3"/>
            <p:cNvSpPr/>
            <p:nvPr/>
          </p:nvSpPr>
          <p:spPr>
            <a:xfrm flipH="1">
              <a:off x="6452826" y="2179706"/>
              <a:ext cx="17092" cy="29690"/>
            </a:xfrm>
            <a:custGeom>
              <a:rect b="b" l="l" r="r" t="t"/>
              <a:pathLst>
                <a:path extrusionOk="0" h="386" w="222">
                  <a:moveTo>
                    <a:pt x="163" y="1"/>
                  </a:moveTo>
                  <a:cubicBezTo>
                    <a:pt x="125" y="1"/>
                    <a:pt x="65" y="73"/>
                    <a:pt x="34" y="169"/>
                  </a:cubicBezTo>
                  <a:cubicBezTo>
                    <a:pt x="0" y="274"/>
                    <a:pt x="12" y="371"/>
                    <a:pt x="49" y="384"/>
                  </a:cubicBezTo>
                  <a:cubicBezTo>
                    <a:pt x="52" y="385"/>
                    <a:pt x="55" y="386"/>
                    <a:pt x="58" y="386"/>
                  </a:cubicBezTo>
                  <a:cubicBezTo>
                    <a:pt x="95" y="386"/>
                    <a:pt x="155" y="312"/>
                    <a:pt x="187" y="219"/>
                  </a:cubicBezTo>
                  <a:cubicBezTo>
                    <a:pt x="221" y="113"/>
                    <a:pt x="209" y="17"/>
                    <a:pt x="173" y="3"/>
                  </a:cubicBezTo>
                  <a:cubicBezTo>
                    <a:pt x="170" y="1"/>
                    <a:pt x="166" y="1"/>
                    <a:pt x="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3"/>
            <p:cNvSpPr/>
            <p:nvPr/>
          </p:nvSpPr>
          <p:spPr>
            <a:xfrm flipH="1">
              <a:off x="6434117" y="2143171"/>
              <a:ext cx="48967" cy="15537"/>
            </a:xfrm>
            <a:custGeom>
              <a:rect b="b" l="l" r="r" t="t"/>
              <a:pathLst>
                <a:path extrusionOk="0" h="202" w="636">
                  <a:moveTo>
                    <a:pt x="311" y="0"/>
                  </a:moveTo>
                  <a:cubicBezTo>
                    <a:pt x="162" y="0"/>
                    <a:pt x="41" y="63"/>
                    <a:pt x="34" y="68"/>
                  </a:cubicBezTo>
                  <a:cubicBezTo>
                    <a:pt x="9" y="80"/>
                    <a:pt x="0" y="112"/>
                    <a:pt x="14" y="136"/>
                  </a:cubicBezTo>
                  <a:cubicBezTo>
                    <a:pt x="23" y="152"/>
                    <a:pt x="41" y="161"/>
                    <a:pt x="59" y="161"/>
                  </a:cubicBezTo>
                  <a:cubicBezTo>
                    <a:pt x="67" y="161"/>
                    <a:pt x="74" y="160"/>
                    <a:pt x="81" y="156"/>
                  </a:cubicBezTo>
                  <a:cubicBezTo>
                    <a:pt x="89" y="153"/>
                    <a:pt x="190" y="100"/>
                    <a:pt x="311" y="100"/>
                  </a:cubicBezTo>
                  <a:cubicBezTo>
                    <a:pt x="388" y="100"/>
                    <a:pt x="473" y="121"/>
                    <a:pt x="547" y="189"/>
                  </a:cubicBezTo>
                  <a:cubicBezTo>
                    <a:pt x="557" y="197"/>
                    <a:pt x="568" y="202"/>
                    <a:pt x="581" y="202"/>
                  </a:cubicBezTo>
                  <a:cubicBezTo>
                    <a:pt x="594" y="202"/>
                    <a:pt x="606" y="196"/>
                    <a:pt x="618" y="187"/>
                  </a:cubicBezTo>
                  <a:cubicBezTo>
                    <a:pt x="635" y="165"/>
                    <a:pt x="634" y="134"/>
                    <a:pt x="613" y="115"/>
                  </a:cubicBezTo>
                  <a:cubicBezTo>
                    <a:pt x="517" y="27"/>
                    <a:pt x="408" y="0"/>
                    <a:pt x="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3"/>
            <p:cNvSpPr/>
            <p:nvPr/>
          </p:nvSpPr>
          <p:spPr>
            <a:xfrm flipH="1">
              <a:off x="6479080" y="2254546"/>
              <a:ext cx="41114" cy="38613"/>
            </a:xfrm>
            <a:custGeom>
              <a:rect b="b" l="l" r="r" t="t"/>
              <a:pathLst>
                <a:path extrusionOk="0" h="502" w="534">
                  <a:moveTo>
                    <a:pt x="58" y="0"/>
                  </a:moveTo>
                  <a:cubicBezTo>
                    <a:pt x="49" y="0"/>
                    <a:pt x="40" y="3"/>
                    <a:pt x="31" y="8"/>
                  </a:cubicBezTo>
                  <a:cubicBezTo>
                    <a:pt x="9" y="21"/>
                    <a:pt x="0" y="52"/>
                    <a:pt x="15" y="76"/>
                  </a:cubicBezTo>
                  <a:cubicBezTo>
                    <a:pt x="120" y="253"/>
                    <a:pt x="273" y="399"/>
                    <a:pt x="454" y="496"/>
                  </a:cubicBezTo>
                  <a:cubicBezTo>
                    <a:pt x="462" y="500"/>
                    <a:pt x="472" y="502"/>
                    <a:pt x="479" y="502"/>
                  </a:cubicBezTo>
                  <a:cubicBezTo>
                    <a:pt x="497" y="502"/>
                    <a:pt x="513" y="491"/>
                    <a:pt x="521" y="475"/>
                  </a:cubicBezTo>
                  <a:cubicBezTo>
                    <a:pt x="534" y="452"/>
                    <a:pt x="525" y="421"/>
                    <a:pt x="501" y="407"/>
                  </a:cubicBezTo>
                  <a:cubicBezTo>
                    <a:pt x="335" y="319"/>
                    <a:pt x="195" y="186"/>
                    <a:pt x="99" y="24"/>
                  </a:cubicBezTo>
                  <a:cubicBezTo>
                    <a:pt x="90" y="9"/>
                    <a:pt x="74" y="0"/>
                    <a:pt x="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3"/>
            <p:cNvSpPr/>
            <p:nvPr/>
          </p:nvSpPr>
          <p:spPr>
            <a:xfrm flipH="1">
              <a:off x="6379452" y="2390688"/>
              <a:ext cx="201258" cy="587650"/>
            </a:xfrm>
            <a:custGeom>
              <a:rect b="b" l="l" r="r" t="t"/>
              <a:pathLst>
                <a:path extrusionOk="0" h="7640" w="2614">
                  <a:moveTo>
                    <a:pt x="924" y="0"/>
                  </a:moveTo>
                  <a:cubicBezTo>
                    <a:pt x="843" y="0"/>
                    <a:pt x="779" y="55"/>
                    <a:pt x="766" y="185"/>
                  </a:cubicBezTo>
                  <a:cubicBezTo>
                    <a:pt x="745" y="387"/>
                    <a:pt x="1147" y="1090"/>
                    <a:pt x="1147" y="1090"/>
                  </a:cubicBezTo>
                  <a:cubicBezTo>
                    <a:pt x="1009" y="922"/>
                    <a:pt x="847" y="774"/>
                    <a:pt x="664" y="654"/>
                  </a:cubicBezTo>
                  <a:cubicBezTo>
                    <a:pt x="508" y="557"/>
                    <a:pt x="400" y="486"/>
                    <a:pt x="298" y="486"/>
                  </a:cubicBezTo>
                  <a:cubicBezTo>
                    <a:pt x="230" y="486"/>
                    <a:pt x="164" y="518"/>
                    <a:pt x="86" y="595"/>
                  </a:cubicBezTo>
                  <a:cubicBezTo>
                    <a:pt x="1" y="684"/>
                    <a:pt x="141" y="730"/>
                    <a:pt x="403" y="1051"/>
                  </a:cubicBezTo>
                  <a:cubicBezTo>
                    <a:pt x="545" y="1222"/>
                    <a:pt x="671" y="1404"/>
                    <a:pt x="783" y="1595"/>
                  </a:cubicBezTo>
                  <a:lnTo>
                    <a:pt x="887" y="1833"/>
                  </a:lnTo>
                  <a:cubicBezTo>
                    <a:pt x="987" y="2071"/>
                    <a:pt x="1268" y="2373"/>
                    <a:pt x="1310" y="2574"/>
                  </a:cubicBezTo>
                  <a:cubicBezTo>
                    <a:pt x="1348" y="2776"/>
                    <a:pt x="626" y="5629"/>
                    <a:pt x="626" y="5629"/>
                  </a:cubicBezTo>
                  <a:lnTo>
                    <a:pt x="928" y="7639"/>
                  </a:lnTo>
                  <a:cubicBezTo>
                    <a:pt x="928" y="7639"/>
                    <a:pt x="1108" y="7559"/>
                    <a:pt x="1329" y="7057"/>
                  </a:cubicBezTo>
                  <a:cubicBezTo>
                    <a:pt x="1550" y="6553"/>
                    <a:pt x="1791" y="4907"/>
                    <a:pt x="1791" y="4907"/>
                  </a:cubicBezTo>
                  <a:lnTo>
                    <a:pt x="2254" y="2475"/>
                  </a:lnTo>
                  <a:cubicBezTo>
                    <a:pt x="2254" y="2475"/>
                    <a:pt x="2614" y="1377"/>
                    <a:pt x="2593" y="1097"/>
                  </a:cubicBezTo>
                  <a:cubicBezTo>
                    <a:pt x="2573" y="817"/>
                    <a:pt x="2254" y="950"/>
                    <a:pt x="2012" y="848"/>
                  </a:cubicBezTo>
                  <a:cubicBezTo>
                    <a:pt x="1830" y="780"/>
                    <a:pt x="1640" y="735"/>
                    <a:pt x="1450" y="708"/>
                  </a:cubicBezTo>
                  <a:cubicBezTo>
                    <a:pt x="1450" y="708"/>
                    <a:pt x="1208" y="126"/>
                    <a:pt x="1068" y="45"/>
                  </a:cubicBezTo>
                  <a:cubicBezTo>
                    <a:pt x="1018" y="16"/>
                    <a:pt x="969" y="0"/>
                    <a:pt x="9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3"/>
            <p:cNvSpPr/>
            <p:nvPr/>
          </p:nvSpPr>
          <p:spPr>
            <a:xfrm flipH="1">
              <a:off x="6376064" y="2387073"/>
              <a:ext cx="207880" cy="595341"/>
            </a:xfrm>
            <a:custGeom>
              <a:rect b="b" l="l" r="r" t="t"/>
              <a:pathLst>
                <a:path extrusionOk="0" h="7740" w="2700">
                  <a:moveTo>
                    <a:pt x="963" y="99"/>
                  </a:moveTo>
                  <a:cubicBezTo>
                    <a:pt x="996" y="99"/>
                    <a:pt x="1036" y="112"/>
                    <a:pt x="1079" y="136"/>
                  </a:cubicBezTo>
                  <a:cubicBezTo>
                    <a:pt x="1170" y="188"/>
                    <a:pt x="1349" y="556"/>
                    <a:pt x="1440" y="776"/>
                  </a:cubicBezTo>
                  <a:cubicBezTo>
                    <a:pt x="1447" y="792"/>
                    <a:pt x="1462" y="805"/>
                    <a:pt x="1480" y="807"/>
                  </a:cubicBezTo>
                  <a:cubicBezTo>
                    <a:pt x="1668" y="833"/>
                    <a:pt x="1854" y="879"/>
                    <a:pt x="2031" y="944"/>
                  </a:cubicBezTo>
                  <a:cubicBezTo>
                    <a:pt x="2125" y="982"/>
                    <a:pt x="2225" y="989"/>
                    <a:pt x="2317" y="995"/>
                  </a:cubicBezTo>
                  <a:cubicBezTo>
                    <a:pt x="2488" y="1006"/>
                    <a:pt x="2570" y="1017"/>
                    <a:pt x="2579" y="1150"/>
                  </a:cubicBezTo>
                  <a:cubicBezTo>
                    <a:pt x="2600" y="1418"/>
                    <a:pt x="2248" y="2498"/>
                    <a:pt x="2243" y="2515"/>
                  </a:cubicBezTo>
                  <a:lnTo>
                    <a:pt x="1780" y="4948"/>
                  </a:lnTo>
                  <a:cubicBezTo>
                    <a:pt x="1779" y="4966"/>
                    <a:pt x="1537" y="6595"/>
                    <a:pt x="1322" y="7085"/>
                  </a:cubicBezTo>
                  <a:cubicBezTo>
                    <a:pt x="1186" y="7391"/>
                    <a:pt x="1069" y="7534"/>
                    <a:pt x="1002" y="7598"/>
                  </a:cubicBezTo>
                  <a:lnTo>
                    <a:pt x="715" y="5680"/>
                  </a:lnTo>
                  <a:cubicBezTo>
                    <a:pt x="800" y="5344"/>
                    <a:pt x="1437" y="2817"/>
                    <a:pt x="1391" y="2612"/>
                  </a:cubicBezTo>
                  <a:cubicBezTo>
                    <a:pt x="1368" y="2491"/>
                    <a:pt x="1272" y="2347"/>
                    <a:pt x="1169" y="2196"/>
                  </a:cubicBezTo>
                  <a:cubicBezTo>
                    <a:pt x="1091" y="2080"/>
                    <a:pt x="1010" y="1962"/>
                    <a:pt x="968" y="1859"/>
                  </a:cubicBezTo>
                  <a:lnTo>
                    <a:pt x="867" y="1622"/>
                  </a:lnTo>
                  <a:cubicBezTo>
                    <a:pt x="865" y="1620"/>
                    <a:pt x="865" y="1617"/>
                    <a:pt x="862" y="1616"/>
                  </a:cubicBezTo>
                  <a:cubicBezTo>
                    <a:pt x="749" y="1423"/>
                    <a:pt x="619" y="1238"/>
                    <a:pt x="476" y="1067"/>
                  </a:cubicBezTo>
                  <a:cubicBezTo>
                    <a:pt x="382" y="951"/>
                    <a:pt x="301" y="870"/>
                    <a:pt x="243" y="811"/>
                  </a:cubicBezTo>
                  <a:cubicBezTo>
                    <a:pt x="136" y="701"/>
                    <a:pt x="139" y="696"/>
                    <a:pt x="155" y="678"/>
                  </a:cubicBezTo>
                  <a:cubicBezTo>
                    <a:pt x="221" y="614"/>
                    <a:pt x="275" y="585"/>
                    <a:pt x="333" y="585"/>
                  </a:cubicBezTo>
                  <a:cubicBezTo>
                    <a:pt x="413" y="585"/>
                    <a:pt x="500" y="639"/>
                    <a:pt x="638" y="724"/>
                  </a:cubicBezTo>
                  <a:lnTo>
                    <a:pt x="671" y="745"/>
                  </a:lnTo>
                  <a:cubicBezTo>
                    <a:pt x="847" y="863"/>
                    <a:pt x="1008" y="1006"/>
                    <a:pt x="1142" y="1172"/>
                  </a:cubicBezTo>
                  <a:cubicBezTo>
                    <a:pt x="1153" y="1184"/>
                    <a:pt x="1167" y="1190"/>
                    <a:pt x="1181" y="1190"/>
                  </a:cubicBezTo>
                  <a:cubicBezTo>
                    <a:pt x="1192" y="1190"/>
                    <a:pt x="1202" y="1187"/>
                    <a:pt x="1212" y="1181"/>
                  </a:cubicBezTo>
                  <a:cubicBezTo>
                    <a:pt x="1231" y="1166"/>
                    <a:pt x="1238" y="1137"/>
                    <a:pt x="1226" y="1115"/>
                  </a:cubicBezTo>
                  <a:cubicBezTo>
                    <a:pt x="1074" y="848"/>
                    <a:pt x="837" y="375"/>
                    <a:pt x="852" y="239"/>
                  </a:cubicBezTo>
                  <a:cubicBezTo>
                    <a:pt x="858" y="192"/>
                    <a:pt x="873" y="132"/>
                    <a:pt x="917" y="110"/>
                  </a:cubicBezTo>
                  <a:cubicBezTo>
                    <a:pt x="930" y="103"/>
                    <a:pt x="945" y="99"/>
                    <a:pt x="963" y="99"/>
                  </a:cubicBezTo>
                  <a:close/>
                  <a:moveTo>
                    <a:pt x="964" y="1"/>
                  </a:moveTo>
                  <a:cubicBezTo>
                    <a:pt x="931" y="1"/>
                    <a:pt x="900" y="8"/>
                    <a:pt x="873" y="23"/>
                  </a:cubicBezTo>
                  <a:cubicBezTo>
                    <a:pt x="825" y="45"/>
                    <a:pt x="766" y="102"/>
                    <a:pt x="755" y="230"/>
                  </a:cubicBezTo>
                  <a:cubicBezTo>
                    <a:pt x="741" y="351"/>
                    <a:pt x="861" y="625"/>
                    <a:pt x="971" y="846"/>
                  </a:cubicBezTo>
                  <a:cubicBezTo>
                    <a:pt x="895" y="779"/>
                    <a:pt x="814" y="717"/>
                    <a:pt x="728" y="659"/>
                  </a:cubicBezTo>
                  <a:lnTo>
                    <a:pt x="693" y="639"/>
                  </a:lnTo>
                  <a:cubicBezTo>
                    <a:pt x="555" y="554"/>
                    <a:pt x="445" y="487"/>
                    <a:pt x="334" y="487"/>
                  </a:cubicBezTo>
                  <a:cubicBezTo>
                    <a:pt x="255" y="487"/>
                    <a:pt x="176" y="521"/>
                    <a:pt x="87" y="609"/>
                  </a:cubicBezTo>
                  <a:cubicBezTo>
                    <a:pt x="0" y="702"/>
                    <a:pt x="71" y="774"/>
                    <a:pt x="177" y="882"/>
                  </a:cubicBezTo>
                  <a:cubicBezTo>
                    <a:pt x="234" y="941"/>
                    <a:pt x="313" y="1020"/>
                    <a:pt x="404" y="1132"/>
                  </a:cubicBezTo>
                  <a:cubicBezTo>
                    <a:pt x="544" y="1299"/>
                    <a:pt x="669" y="1477"/>
                    <a:pt x="780" y="1666"/>
                  </a:cubicBezTo>
                  <a:lnTo>
                    <a:pt x="880" y="1902"/>
                  </a:lnTo>
                  <a:cubicBezTo>
                    <a:pt x="926" y="2014"/>
                    <a:pt x="1008" y="2134"/>
                    <a:pt x="1089" y="2255"/>
                  </a:cubicBezTo>
                  <a:cubicBezTo>
                    <a:pt x="1182" y="2391"/>
                    <a:pt x="1278" y="2532"/>
                    <a:pt x="1297" y="2634"/>
                  </a:cubicBezTo>
                  <a:cubicBezTo>
                    <a:pt x="1325" y="2773"/>
                    <a:pt x="895" y="4568"/>
                    <a:pt x="616" y="5667"/>
                  </a:cubicBezTo>
                  <a:cubicBezTo>
                    <a:pt x="615" y="5674"/>
                    <a:pt x="612" y="5680"/>
                    <a:pt x="615" y="5688"/>
                  </a:cubicBezTo>
                  <a:lnTo>
                    <a:pt x="917" y="7696"/>
                  </a:lnTo>
                  <a:cubicBezTo>
                    <a:pt x="918" y="7714"/>
                    <a:pt x="929" y="7726"/>
                    <a:pt x="942" y="7733"/>
                  </a:cubicBezTo>
                  <a:cubicBezTo>
                    <a:pt x="949" y="7738"/>
                    <a:pt x="957" y="7739"/>
                    <a:pt x="965" y="7739"/>
                  </a:cubicBezTo>
                  <a:cubicBezTo>
                    <a:pt x="973" y="7739"/>
                    <a:pt x="980" y="7738"/>
                    <a:pt x="985" y="7738"/>
                  </a:cubicBezTo>
                  <a:cubicBezTo>
                    <a:pt x="1005" y="7727"/>
                    <a:pt x="1189" y="7636"/>
                    <a:pt x="1412" y="7129"/>
                  </a:cubicBezTo>
                  <a:cubicBezTo>
                    <a:pt x="1633" y="6626"/>
                    <a:pt x="1869" y="5035"/>
                    <a:pt x="1878" y="4968"/>
                  </a:cubicBezTo>
                  <a:lnTo>
                    <a:pt x="2339" y="2543"/>
                  </a:lnTo>
                  <a:cubicBezTo>
                    <a:pt x="2354" y="2496"/>
                    <a:pt x="2700" y="1432"/>
                    <a:pt x="2679" y="1144"/>
                  </a:cubicBezTo>
                  <a:cubicBezTo>
                    <a:pt x="2665" y="917"/>
                    <a:pt x="2482" y="907"/>
                    <a:pt x="2321" y="895"/>
                  </a:cubicBezTo>
                  <a:cubicBezTo>
                    <a:pt x="2237" y="891"/>
                    <a:pt x="2147" y="885"/>
                    <a:pt x="2068" y="851"/>
                  </a:cubicBezTo>
                  <a:cubicBezTo>
                    <a:pt x="1891" y="787"/>
                    <a:pt x="1708" y="739"/>
                    <a:pt x="1522" y="714"/>
                  </a:cubicBezTo>
                  <a:cubicBezTo>
                    <a:pt x="1464" y="571"/>
                    <a:pt x="1268" y="132"/>
                    <a:pt x="1130" y="52"/>
                  </a:cubicBezTo>
                  <a:cubicBezTo>
                    <a:pt x="1072" y="18"/>
                    <a:pt x="1015" y="1"/>
                    <a:pt x="9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3"/>
            <p:cNvSpPr/>
            <p:nvPr/>
          </p:nvSpPr>
          <p:spPr>
            <a:xfrm flipH="1">
              <a:off x="6430960" y="2470681"/>
              <a:ext cx="66214" cy="97531"/>
            </a:xfrm>
            <a:custGeom>
              <a:rect b="b" l="l" r="r" t="t"/>
              <a:pathLst>
                <a:path extrusionOk="0" h="1268" w="860">
                  <a:moveTo>
                    <a:pt x="59" y="0"/>
                  </a:moveTo>
                  <a:cubicBezTo>
                    <a:pt x="41" y="0"/>
                    <a:pt x="23" y="11"/>
                    <a:pt x="14" y="28"/>
                  </a:cubicBezTo>
                  <a:cubicBezTo>
                    <a:pt x="1" y="54"/>
                    <a:pt x="12" y="84"/>
                    <a:pt x="36" y="95"/>
                  </a:cubicBezTo>
                  <a:cubicBezTo>
                    <a:pt x="42" y="98"/>
                    <a:pt x="543" y="352"/>
                    <a:pt x="655" y="632"/>
                  </a:cubicBezTo>
                  <a:cubicBezTo>
                    <a:pt x="727" y="821"/>
                    <a:pt x="759" y="1015"/>
                    <a:pt x="752" y="1215"/>
                  </a:cubicBezTo>
                  <a:cubicBezTo>
                    <a:pt x="751" y="1243"/>
                    <a:pt x="773" y="1266"/>
                    <a:pt x="802" y="1267"/>
                  </a:cubicBezTo>
                  <a:cubicBezTo>
                    <a:pt x="830" y="1267"/>
                    <a:pt x="852" y="1248"/>
                    <a:pt x="854" y="1218"/>
                  </a:cubicBezTo>
                  <a:cubicBezTo>
                    <a:pt x="860" y="1005"/>
                    <a:pt x="826" y="795"/>
                    <a:pt x="749" y="595"/>
                  </a:cubicBezTo>
                  <a:cubicBezTo>
                    <a:pt x="624" y="280"/>
                    <a:pt x="104" y="17"/>
                    <a:pt x="82" y="6"/>
                  </a:cubicBezTo>
                  <a:cubicBezTo>
                    <a:pt x="74" y="2"/>
                    <a:pt x="67" y="0"/>
                    <a:pt x="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3"/>
            <p:cNvSpPr/>
            <p:nvPr/>
          </p:nvSpPr>
          <p:spPr>
            <a:xfrm flipH="1">
              <a:off x="6488781" y="2377766"/>
              <a:ext cx="44348" cy="38305"/>
            </a:xfrm>
            <a:custGeom>
              <a:rect b="b" l="l" r="r" t="t"/>
              <a:pathLst>
                <a:path extrusionOk="0" h="498" w="576">
                  <a:moveTo>
                    <a:pt x="375" y="1"/>
                  </a:moveTo>
                  <a:cubicBezTo>
                    <a:pt x="364" y="1"/>
                    <a:pt x="352" y="3"/>
                    <a:pt x="341" y="7"/>
                  </a:cubicBezTo>
                  <a:cubicBezTo>
                    <a:pt x="341" y="7"/>
                    <a:pt x="30" y="36"/>
                    <a:pt x="15" y="186"/>
                  </a:cubicBezTo>
                  <a:cubicBezTo>
                    <a:pt x="0" y="334"/>
                    <a:pt x="59" y="497"/>
                    <a:pt x="177" y="497"/>
                  </a:cubicBezTo>
                  <a:cubicBezTo>
                    <a:pt x="295" y="497"/>
                    <a:pt x="518" y="483"/>
                    <a:pt x="547" y="335"/>
                  </a:cubicBezTo>
                  <a:cubicBezTo>
                    <a:pt x="575" y="199"/>
                    <a:pt x="491" y="1"/>
                    <a:pt x="3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3"/>
            <p:cNvSpPr/>
            <p:nvPr/>
          </p:nvSpPr>
          <p:spPr>
            <a:xfrm flipH="1">
              <a:off x="6485317" y="2373766"/>
              <a:ext cx="51585" cy="46151"/>
            </a:xfrm>
            <a:custGeom>
              <a:rect b="b" l="l" r="r" t="t"/>
              <a:pathLst>
                <a:path extrusionOk="0" h="600" w="670">
                  <a:moveTo>
                    <a:pt x="424" y="103"/>
                  </a:moveTo>
                  <a:cubicBezTo>
                    <a:pt x="435" y="103"/>
                    <a:pt x="453" y="109"/>
                    <a:pt x="472" y="125"/>
                  </a:cubicBezTo>
                  <a:cubicBezTo>
                    <a:pt x="530" y="176"/>
                    <a:pt x="565" y="293"/>
                    <a:pt x="549" y="375"/>
                  </a:cubicBezTo>
                  <a:cubicBezTo>
                    <a:pt x="527" y="483"/>
                    <a:pt x="337" y="499"/>
                    <a:pt x="226" y="499"/>
                  </a:cubicBezTo>
                  <a:cubicBezTo>
                    <a:pt x="204" y="499"/>
                    <a:pt x="183" y="490"/>
                    <a:pt x="167" y="470"/>
                  </a:cubicBezTo>
                  <a:cubicBezTo>
                    <a:pt x="126" y="423"/>
                    <a:pt x="104" y="331"/>
                    <a:pt x="114" y="241"/>
                  </a:cubicBezTo>
                  <a:cubicBezTo>
                    <a:pt x="122" y="162"/>
                    <a:pt x="306" y="117"/>
                    <a:pt x="394" y="109"/>
                  </a:cubicBezTo>
                  <a:cubicBezTo>
                    <a:pt x="397" y="109"/>
                    <a:pt x="402" y="109"/>
                    <a:pt x="404" y="107"/>
                  </a:cubicBezTo>
                  <a:cubicBezTo>
                    <a:pt x="409" y="106"/>
                    <a:pt x="413" y="103"/>
                    <a:pt x="424" y="103"/>
                  </a:cubicBezTo>
                  <a:close/>
                  <a:moveTo>
                    <a:pt x="423" y="1"/>
                  </a:moveTo>
                  <a:cubicBezTo>
                    <a:pt x="409" y="1"/>
                    <a:pt x="394" y="3"/>
                    <a:pt x="379" y="7"/>
                  </a:cubicBezTo>
                  <a:cubicBezTo>
                    <a:pt x="325" y="14"/>
                    <a:pt x="33" y="54"/>
                    <a:pt x="14" y="231"/>
                  </a:cubicBezTo>
                  <a:cubicBezTo>
                    <a:pt x="1" y="350"/>
                    <a:pt x="33" y="470"/>
                    <a:pt x="94" y="536"/>
                  </a:cubicBezTo>
                  <a:cubicBezTo>
                    <a:pt x="130" y="577"/>
                    <a:pt x="175" y="599"/>
                    <a:pt x="226" y="599"/>
                  </a:cubicBezTo>
                  <a:cubicBezTo>
                    <a:pt x="539" y="599"/>
                    <a:pt x="627" y="489"/>
                    <a:pt x="646" y="393"/>
                  </a:cubicBezTo>
                  <a:cubicBezTo>
                    <a:pt x="670" y="275"/>
                    <a:pt x="624" y="123"/>
                    <a:pt x="539" y="48"/>
                  </a:cubicBezTo>
                  <a:cubicBezTo>
                    <a:pt x="504" y="17"/>
                    <a:pt x="464" y="1"/>
                    <a:pt x="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3"/>
            <p:cNvSpPr/>
            <p:nvPr/>
          </p:nvSpPr>
          <p:spPr>
            <a:xfrm flipH="1">
              <a:off x="6423723" y="2418378"/>
              <a:ext cx="42577" cy="75687"/>
            </a:xfrm>
            <a:custGeom>
              <a:rect b="b" l="l" r="r" t="t"/>
              <a:pathLst>
                <a:path extrusionOk="0" h="984" w="553">
                  <a:moveTo>
                    <a:pt x="302" y="0"/>
                  </a:moveTo>
                  <a:cubicBezTo>
                    <a:pt x="302" y="0"/>
                    <a:pt x="0" y="0"/>
                    <a:pt x="34" y="149"/>
                  </a:cubicBezTo>
                  <a:cubicBezTo>
                    <a:pt x="70" y="299"/>
                    <a:pt x="123" y="890"/>
                    <a:pt x="226" y="935"/>
                  </a:cubicBezTo>
                  <a:cubicBezTo>
                    <a:pt x="279" y="957"/>
                    <a:pt x="349" y="984"/>
                    <a:pt x="406" y="984"/>
                  </a:cubicBezTo>
                  <a:cubicBezTo>
                    <a:pt x="460" y="984"/>
                    <a:pt x="502" y="961"/>
                    <a:pt x="509" y="890"/>
                  </a:cubicBezTo>
                  <a:cubicBezTo>
                    <a:pt x="524" y="744"/>
                    <a:pt x="553" y="447"/>
                    <a:pt x="494" y="282"/>
                  </a:cubicBezTo>
                  <a:cubicBezTo>
                    <a:pt x="453" y="176"/>
                    <a:pt x="386" y="78"/>
                    <a:pt x="3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3"/>
            <p:cNvSpPr/>
            <p:nvPr/>
          </p:nvSpPr>
          <p:spPr>
            <a:xfrm flipH="1">
              <a:off x="6420181" y="2414532"/>
              <a:ext cx="48043" cy="83379"/>
            </a:xfrm>
            <a:custGeom>
              <a:rect b="b" l="l" r="r" t="t"/>
              <a:pathLst>
                <a:path extrusionOk="0" h="1084" w="624">
                  <a:moveTo>
                    <a:pt x="308" y="100"/>
                  </a:moveTo>
                  <a:cubicBezTo>
                    <a:pt x="379" y="173"/>
                    <a:pt x="435" y="257"/>
                    <a:pt x="470" y="348"/>
                  </a:cubicBezTo>
                  <a:cubicBezTo>
                    <a:pt x="528" y="506"/>
                    <a:pt x="497" y="817"/>
                    <a:pt x="484" y="934"/>
                  </a:cubicBezTo>
                  <a:cubicBezTo>
                    <a:pt x="482" y="965"/>
                    <a:pt x="469" y="973"/>
                    <a:pt x="465" y="974"/>
                  </a:cubicBezTo>
                  <a:cubicBezTo>
                    <a:pt x="458" y="978"/>
                    <a:pt x="448" y="982"/>
                    <a:pt x="430" y="982"/>
                  </a:cubicBezTo>
                  <a:cubicBezTo>
                    <a:pt x="401" y="982"/>
                    <a:pt x="353" y="972"/>
                    <a:pt x="273" y="937"/>
                  </a:cubicBezTo>
                  <a:cubicBezTo>
                    <a:pt x="220" y="901"/>
                    <a:pt x="165" y="541"/>
                    <a:pt x="143" y="388"/>
                  </a:cubicBezTo>
                  <a:cubicBezTo>
                    <a:pt x="130" y="301"/>
                    <a:pt x="118" y="229"/>
                    <a:pt x="109" y="187"/>
                  </a:cubicBezTo>
                  <a:cubicBezTo>
                    <a:pt x="106" y="170"/>
                    <a:pt x="109" y="161"/>
                    <a:pt x="115" y="155"/>
                  </a:cubicBezTo>
                  <a:cubicBezTo>
                    <a:pt x="145" y="121"/>
                    <a:pt x="239" y="103"/>
                    <a:pt x="308" y="100"/>
                  </a:cubicBezTo>
                  <a:close/>
                  <a:moveTo>
                    <a:pt x="327" y="0"/>
                  </a:moveTo>
                  <a:cubicBezTo>
                    <a:pt x="305" y="0"/>
                    <a:pt x="109" y="3"/>
                    <a:pt x="36" y="94"/>
                  </a:cubicBezTo>
                  <a:cubicBezTo>
                    <a:pt x="9" y="128"/>
                    <a:pt x="0" y="168"/>
                    <a:pt x="12" y="211"/>
                  </a:cubicBezTo>
                  <a:cubicBezTo>
                    <a:pt x="19" y="248"/>
                    <a:pt x="30" y="320"/>
                    <a:pt x="43" y="402"/>
                  </a:cubicBezTo>
                  <a:cubicBezTo>
                    <a:pt x="103" y="808"/>
                    <a:pt x="146" y="993"/>
                    <a:pt x="233" y="1030"/>
                  </a:cubicBezTo>
                  <a:cubicBezTo>
                    <a:pt x="294" y="1058"/>
                    <a:pt x="367" y="1083"/>
                    <a:pt x="432" y="1083"/>
                  </a:cubicBezTo>
                  <a:cubicBezTo>
                    <a:pt x="463" y="1083"/>
                    <a:pt x="493" y="1076"/>
                    <a:pt x="516" y="1063"/>
                  </a:cubicBezTo>
                  <a:cubicBezTo>
                    <a:pt x="544" y="1047"/>
                    <a:pt x="578" y="1014"/>
                    <a:pt x="585" y="946"/>
                  </a:cubicBezTo>
                  <a:cubicBezTo>
                    <a:pt x="607" y="736"/>
                    <a:pt x="624" y="473"/>
                    <a:pt x="566" y="314"/>
                  </a:cubicBezTo>
                  <a:cubicBezTo>
                    <a:pt x="522" y="199"/>
                    <a:pt x="450" y="96"/>
                    <a:pt x="361" y="13"/>
                  </a:cubicBezTo>
                  <a:cubicBezTo>
                    <a:pt x="353" y="6"/>
                    <a:pt x="339" y="0"/>
                    <a:pt x="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3"/>
            <p:cNvSpPr/>
            <p:nvPr/>
          </p:nvSpPr>
          <p:spPr>
            <a:xfrm flipH="1">
              <a:off x="6400625" y="2422839"/>
              <a:ext cx="34339" cy="78994"/>
            </a:xfrm>
            <a:custGeom>
              <a:rect b="b" l="l" r="r" t="t"/>
              <a:pathLst>
                <a:path extrusionOk="0" h="1027" w="446">
                  <a:moveTo>
                    <a:pt x="140" y="1"/>
                  </a:moveTo>
                  <a:cubicBezTo>
                    <a:pt x="93" y="1"/>
                    <a:pt x="45" y="10"/>
                    <a:pt x="0" y="29"/>
                  </a:cubicBezTo>
                  <a:lnTo>
                    <a:pt x="90" y="222"/>
                  </a:lnTo>
                  <a:cubicBezTo>
                    <a:pt x="178" y="415"/>
                    <a:pt x="105" y="831"/>
                    <a:pt x="105" y="831"/>
                  </a:cubicBezTo>
                  <a:cubicBezTo>
                    <a:pt x="105" y="831"/>
                    <a:pt x="170" y="1027"/>
                    <a:pt x="251" y="1027"/>
                  </a:cubicBezTo>
                  <a:cubicBezTo>
                    <a:pt x="256" y="1027"/>
                    <a:pt x="261" y="1026"/>
                    <a:pt x="267" y="1024"/>
                  </a:cubicBezTo>
                  <a:cubicBezTo>
                    <a:pt x="355" y="995"/>
                    <a:pt x="414" y="698"/>
                    <a:pt x="429" y="474"/>
                  </a:cubicBezTo>
                  <a:cubicBezTo>
                    <a:pt x="445" y="252"/>
                    <a:pt x="445" y="134"/>
                    <a:pt x="311" y="44"/>
                  </a:cubicBezTo>
                  <a:cubicBezTo>
                    <a:pt x="258" y="15"/>
                    <a:pt x="199" y="1"/>
                    <a:pt x="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3"/>
            <p:cNvSpPr/>
            <p:nvPr/>
          </p:nvSpPr>
          <p:spPr>
            <a:xfrm flipH="1">
              <a:off x="6396699" y="2419147"/>
              <a:ext cx="42115" cy="86455"/>
            </a:xfrm>
            <a:custGeom>
              <a:rect b="b" l="l" r="r" t="t"/>
              <a:pathLst>
                <a:path extrusionOk="0" h="1124" w="547">
                  <a:moveTo>
                    <a:pt x="190" y="99"/>
                  </a:moveTo>
                  <a:cubicBezTo>
                    <a:pt x="240" y="99"/>
                    <a:pt x="288" y="110"/>
                    <a:pt x="332" y="132"/>
                  </a:cubicBezTo>
                  <a:cubicBezTo>
                    <a:pt x="439" y="204"/>
                    <a:pt x="442" y="294"/>
                    <a:pt x="427" y="518"/>
                  </a:cubicBezTo>
                  <a:cubicBezTo>
                    <a:pt x="410" y="801"/>
                    <a:pt x="337" y="1009"/>
                    <a:pt x="299" y="1022"/>
                  </a:cubicBezTo>
                  <a:cubicBezTo>
                    <a:pt x="280" y="1022"/>
                    <a:pt x="234" y="954"/>
                    <a:pt x="205" y="873"/>
                  </a:cubicBezTo>
                  <a:cubicBezTo>
                    <a:pt x="218" y="799"/>
                    <a:pt x="270" y="437"/>
                    <a:pt x="183" y="247"/>
                  </a:cubicBezTo>
                  <a:lnTo>
                    <a:pt x="118" y="107"/>
                  </a:lnTo>
                  <a:cubicBezTo>
                    <a:pt x="142" y="101"/>
                    <a:pt x="166" y="99"/>
                    <a:pt x="190" y="99"/>
                  </a:cubicBezTo>
                  <a:close/>
                  <a:moveTo>
                    <a:pt x="189" y="1"/>
                  </a:moveTo>
                  <a:cubicBezTo>
                    <a:pt x="136" y="1"/>
                    <a:pt x="82" y="11"/>
                    <a:pt x="31" y="33"/>
                  </a:cubicBezTo>
                  <a:cubicBezTo>
                    <a:pt x="18" y="39"/>
                    <a:pt x="9" y="48"/>
                    <a:pt x="3" y="61"/>
                  </a:cubicBezTo>
                  <a:cubicBezTo>
                    <a:pt x="0" y="73"/>
                    <a:pt x="0" y="86"/>
                    <a:pt x="6" y="99"/>
                  </a:cubicBezTo>
                  <a:lnTo>
                    <a:pt x="94" y="291"/>
                  </a:lnTo>
                  <a:cubicBezTo>
                    <a:pt x="175" y="468"/>
                    <a:pt x="105" y="866"/>
                    <a:pt x="105" y="869"/>
                  </a:cubicBezTo>
                  <a:cubicBezTo>
                    <a:pt x="103" y="876"/>
                    <a:pt x="105" y="886"/>
                    <a:pt x="108" y="894"/>
                  </a:cubicBezTo>
                  <a:cubicBezTo>
                    <a:pt x="116" y="923"/>
                    <a:pt x="169" y="1072"/>
                    <a:pt x="252" y="1112"/>
                  </a:cubicBezTo>
                  <a:cubicBezTo>
                    <a:pt x="267" y="1119"/>
                    <a:pt x="284" y="1124"/>
                    <a:pt x="301" y="1124"/>
                  </a:cubicBezTo>
                  <a:cubicBezTo>
                    <a:pt x="311" y="1124"/>
                    <a:pt x="323" y="1122"/>
                    <a:pt x="333" y="1122"/>
                  </a:cubicBezTo>
                  <a:cubicBezTo>
                    <a:pt x="489" y="1068"/>
                    <a:pt x="526" y="584"/>
                    <a:pt x="531" y="528"/>
                  </a:cubicBezTo>
                  <a:cubicBezTo>
                    <a:pt x="545" y="301"/>
                    <a:pt x="547" y="158"/>
                    <a:pt x="385" y="49"/>
                  </a:cubicBezTo>
                  <a:cubicBezTo>
                    <a:pt x="323" y="17"/>
                    <a:pt x="256" y="1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3"/>
            <p:cNvSpPr/>
            <p:nvPr/>
          </p:nvSpPr>
          <p:spPr>
            <a:xfrm flipH="1">
              <a:off x="6376835" y="2434222"/>
              <a:ext cx="37726" cy="75841"/>
            </a:xfrm>
            <a:custGeom>
              <a:rect b="b" l="l" r="r" t="t"/>
              <a:pathLst>
                <a:path extrusionOk="0" h="986" w="490">
                  <a:moveTo>
                    <a:pt x="179" y="1"/>
                  </a:moveTo>
                  <a:cubicBezTo>
                    <a:pt x="179" y="1"/>
                    <a:pt x="179" y="118"/>
                    <a:pt x="163" y="325"/>
                  </a:cubicBezTo>
                  <a:cubicBezTo>
                    <a:pt x="133" y="515"/>
                    <a:pt x="77" y="699"/>
                    <a:pt x="0" y="875"/>
                  </a:cubicBezTo>
                  <a:cubicBezTo>
                    <a:pt x="0" y="875"/>
                    <a:pt x="69" y="986"/>
                    <a:pt x="169" y="986"/>
                  </a:cubicBezTo>
                  <a:cubicBezTo>
                    <a:pt x="199" y="986"/>
                    <a:pt x="232" y="975"/>
                    <a:pt x="267" y="948"/>
                  </a:cubicBezTo>
                  <a:cubicBezTo>
                    <a:pt x="416" y="830"/>
                    <a:pt x="490" y="340"/>
                    <a:pt x="460" y="192"/>
                  </a:cubicBezTo>
                  <a:cubicBezTo>
                    <a:pt x="429" y="45"/>
                    <a:pt x="179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3"/>
            <p:cNvSpPr/>
            <p:nvPr/>
          </p:nvSpPr>
          <p:spPr>
            <a:xfrm flipH="1">
              <a:off x="6372985" y="2430684"/>
              <a:ext cx="45580" cy="83455"/>
            </a:xfrm>
            <a:custGeom>
              <a:rect b="b" l="l" r="r" t="t"/>
              <a:pathLst>
                <a:path extrusionOk="0" h="1085" w="592">
                  <a:moveTo>
                    <a:pt x="281" y="110"/>
                  </a:moveTo>
                  <a:cubicBezTo>
                    <a:pt x="353" y="132"/>
                    <a:pt x="449" y="178"/>
                    <a:pt x="464" y="247"/>
                  </a:cubicBezTo>
                  <a:cubicBezTo>
                    <a:pt x="493" y="390"/>
                    <a:pt x="415" y="854"/>
                    <a:pt x="288" y="954"/>
                  </a:cubicBezTo>
                  <a:cubicBezTo>
                    <a:pt x="264" y="973"/>
                    <a:pt x="240" y="982"/>
                    <a:pt x="218" y="982"/>
                  </a:cubicBezTo>
                  <a:cubicBezTo>
                    <a:pt x="214" y="982"/>
                    <a:pt x="211" y="981"/>
                    <a:pt x="207" y="981"/>
                  </a:cubicBezTo>
                  <a:cubicBezTo>
                    <a:pt x="169" y="975"/>
                    <a:pt x="132" y="940"/>
                    <a:pt x="111" y="915"/>
                  </a:cubicBezTo>
                  <a:cubicBezTo>
                    <a:pt x="184" y="744"/>
                    <a:pt x="237" y="562"/>
                    <a:pt x="266" y="375"/>
                  </a:cubicBezTo>
                  <a:cubicBezTo>
                    <a:pt x="275" y="254"/>
                    <a:pt x="279" y="164"/>
                    <a:pt x="281" y="110"/>
                  </a:cubicBezTo>
                  <a:close/>
                  <a:moveTo>
                    <a:pt x="231" y="1"/>
                  </a:moveTo>
                  <a:cubicBezTo>
                    <a:pt x="219" y="1"/>
                    <a:pt x="207" y="4"/>
                    <a:pt x="198" y="11"/>
                  </a:cubicBezTo>
                  <a:cubicBezTo>
                    <a:pt x="186" y="22"/>
                    <a:pt x="179" y="36"/>
                    <a:pt x="179" y="51"/>
                  </a:cubicBezTo>
                  <a:cubicBezTo>
                    <a:pt x="179" y="51"/>
                    <a:pt x="179" y="170"/>
                    <a:pt x="164" y="368"/>
                  </a:cubicBezTo>
                  <a:cubicBezTo>
                    <a:pt x="135" y="552"/>
                    <a:pt x="82" y="732"/>
                    <a:pt x="7" y="903"/>
                  </a:cubicBezTo>
                  <a:cubicBezTo>
                    <a:pt x="1" y="918"/>
                    <a:pt x="1" y="935"/>
                    <a:pt x="10" y="950"/>
                  </a:cubicBezTo>
                  <a:cubicBezTo>
                    <a:pt x="17" y="960"/>
                    <a:pt x="83" y="1063"/>
                    <a:pt x="188" y="1083"/>
                  </a:cubicBezTo>
                  <a:cubicBezTo>
                    <a:pt x="200" y="1084"/>
                    <a:pt x="209" y="1084"/>
                    <a:pt x="220" y="1084"/>
                  </a:cubicBezTo>
                  <a:cubicBezTo>
                    <a:pt x="266" y="1084"/>
                    <a:pt x="310" y="1065"/>
                    <a:pt x="349" y="1037"/>
                  </a:cubicBezTo>
                  <a:cubicBezTo>
                    <a:pt x="518" y="903"/>
                    <a:pt x="592" y="386"/>
                    <a:pt x="561" y="232"/>
                  </a:cubicBezTo>
                  <a:cubicBezTo>
                    <a:pt x="524" y="52"/>
                    <a:pt x="250" y="2"/>
                    <a:pt x="238" y="1"/>
                  </a:cubicBezTo>
                  <a:cubicBezTo>
                    <a:pt x="236" y="1"/>
                    <a:pt x="233" y="1"/>
                    <a:pt x="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3"/>
            <p:cNvSpPr/>
            <p:nvPr/>
          </p:nvSpPr>
          <p:spPr>
            <a:xfrm flipH="1">
              <a:off x="6479850" y="2401379"/>
              <a:ext cx="432082" cy="807249"/>
            </a:xfrm>
            <a:custGeom>
              <a:rect b="b" l="l" r="r" t="t"/>
              <a:pathLst>
                <a:path extrusionOk="0" h="10495" w="5612">
                  <a:moveTo>
                    <a:pt x="2080" y="1"/>
                  </a:moveTo>
                  <a:cubicBezTo>
                    <a:pt x="1954" y="1"/>
                    <a:pt x="1825" y="16"/>
                    <a:pt x="1694" y="50"/>
                  </a:cubicBezTo>
                  <a:cubicBezTo>
                    <a:pt x="773" y="289"/>
                    <a:pt x="1" y="2119"/>
                    <a:pt x="1" y="2119"/>
                  </a:cubicBezTo>
                  <a:lnTo>
                    <a:pt x="403" y="6442"/>
                  </a:lnTo>
                  <a:cubicBezTo>
                    <a:pt x="403" y="6442"/>
                    <a:pt x="141" y="9771"/>
                    <a:pt x="185" y="10073"/>
                  </a:cubicBezTo>
                  <a:cubicBezTo>
                    <a:pt x="229" y="10375"/>
                    <a:pt x="306" y="10495"/>
                    <a:pt x="487" y="10495"/>
                  </a:cubicBezTo>
                  <a:lnTo>
                    <a:pt x="4929" y="10495"/>
                  </a:lnTo>
                  <a:cubicBezTo>
                    <a:pt x="4929" y="10495"/>
                    <a:pt x="5390" y="10455"/>
                    <a:pt x="5472" y="10254"/>
                  </a:cubicBezTo>
                  <a:cubicBezTo>
                    <a:pt x="5551" y="10053"/>
                    <a:pt x="5612" y="10153"/>
                    <a:pt x="5572" y="9652"/>
                  </a:cubicBezTo>
                  <a:cubicBezTo>
                    <a:pt x="5532" y="9149"/>
                    <a:pt x="5432" y="6617"/>
                    <a:pt x="5330" y="5754"/>
                  </a:cubicBezTo>
                  <a:cubicBezTo>
                    <a:pt x="5230" y="4890"/>
                    <a:pt x="5290" y="3966"/>
                    <a:pt x="4950" y="2637"/>
                  </a:cubicBezTo>
                  <a:cubicBezTo>
                    <a:pt x="4609" y="1306"/>
                    <a:pt x="4347" y="1229"/>
                    <a:pt x="3884" y="868"/>
                  </a:cubicBezTo>
                  <a:cubicBezTo>
                    <a:pt x="3487" y="559"/>
                    <a:pt x="2838" y="1"/>
                    <a:pt x="2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3"/>
            <p:cNvSpPr/>
            <p:nvPr/>
          </p:nvSpPr>
          <p:spPr>
            <a:xfrm flipH="1">
              <a:off x="6476924" y="2397379"/>
              <a:ext cx="438934" cy="815095"/>
            </a:xfrm>
            <a:custGeom>
              <a:rect b="b" l="l" r="r" t="t"/>
              <a:pathLst>
                <a:path extrusionOk="0" h="10597" w="5701">
                  <a:moveTo>
                    <a:pt x="2130" y="105"/>
                  </a:moveTo>
                  <a:cubicBezTo>
                    <a:pt x="2822" y="105"/>
                    <a:pt x="3433" y="586"/>
                    <a:pt x="3820" y="892"/>
                  </a:cubicBezTo>
                  <a:lnTo>
                    <a:pt x="3906" y="960"/>
                  </a:lnTo>
                  <a:cubicBezTo>
                    <a:pt x="3953" y="995"/>
                    <a:pt x="3997" y="1031"/>
                    <a:pt x="4038" y="1062"/>
                  </a:cubicBezTo>
                  <a:cubicBezTo>
                    <a:pt x="4420" y="1349"/>
                    <a:pt x="4650" y="1523"/>
                    <a:pt x="4952" y="2702"/>
                  </a:cubicBezTo>
                  <a:cubicBezTo>
                    <a:pt x="5188" y="3623"/>
                    <a:pt x="5231" y="4353"/>
                    <a:pt x="5269" y="4995"/>
                  </a:cubicBezTo>
                  <a:cubicBezTo>
                    <a:pt x="5287" y="5278"/>
                    <a:pt x="5301" y="5548"/>
                    <a:pt x="5332" y="5812"/>
                  </a:cubicBezTo>
                  <a:cubicBezTo>
                    <a:pt x="5399" y="6382"/>
                    <a:pt x="5467" y="7692"/>
                    <a:pt x="5515" y="8649"/>
                  </a:cubicBezTo>
                  <a:cubicBezTo>
                    <a:pt x="5540" y="9144"/>
                    <a:pt x="5561" y="9537"/>
                    <a:pt x="5574" y="9707"/>
                  </a:cubicBezTo>
                  <a:cubicBezTo>
                    <a:pt x="5601" y="10065"/>
                    <a:pt x="5579" y="10102"/>
                    <a:pt x="5537" y="10169"/>
                  </a:cubicBezTo>
                  <a:cubicBezTo>
                    <a:pt x="5520" y="10199"/>
                    <a:pt x="5497" y="10234"/>
                    <a:pt x="5475" y="10289"/>
                  </a:cubicBezTo>
                  <a:cubicBezTo>
                    <a:pt x="5419" y="10432"/>
                    <a:pt x="5097" y="10488"/>
                    <a:pt x="4980" y="10500"/>
                  </a:cubicBezTo>
                  <a:lnTo>
                    <a:pt x="538" y="10500"/>
                  </a:lnTo>
                  <a:cubicBezTo>
                    <a:pt x="410" y="10500"/>
                    <a:pt x="332" y="10439"/>
                    <a:pt x="286" y="10119"/>
                  </a:cubicBezTo>
                  <a:cubicBezTo>
                    <a:pt x="254" y="9886"/>
                    <a:pt x="416" y="7649"/>
                    <a:pt x="506" y="6491"/>
                  </a:cubicBezTo>
                  <a:lnTo>
                    <a:pt x="104" y="2180"/>
                  </a:lnTo>
                  <a:cubicBezTo>
                    <a:pt x="170" y="2026"/>
                    <a:pt x="910" y="373"/>
                    <a:pt x="1760" y="152"/>
                  </a:cubicBezTo>
                  <a:cubicBezTo>
                    <a:pt x="1885" y="120"/>
                    <a:pt x="2009" y="105"/>
                    <a:pt x="2130" y="105"/>
                  </a:cubicBezTo>
                  <a:close/>
                  <a:moveTo>
                    <a:pt x="2127" y="1"/>
                  </a:moveTo>
                  <a:cubicBezTo>
                    <a:pt x="1998" y="1"/>
                    <a:pt x="1865" y="17"/>
                    <a:pt x="1731" y="52"/>
                  </a:cubicBezTo>
                  <a:cubicBezTo>
                    <a:pt x="796" y="295"/>
                    <a:pt x="36" y="2076"/>
                    <a:pt x="5" y="2151"/>
                  </a:cubicBezTo>
                  <a:cubicBezTo>
                    <a:pt x="0" y="2158"/>
                    <a:pt x="0" y="2167"/>
                    <a:pt x="0" y="2174"/>
                  </a:cubicBezTo>
                  <a:lnTo>
                    <a:pt x="403" y="6489"/>
                  </a:lnTo>
                  <a:cubicBezTo>
                    <a:pt x="391" y="6625"/>
                    <a:pt x="140" y="9828"/>
                    <a:pt x="185" y="10131"/>
                  </a:cubicBezTo>
                  <a:cubicBezTo>
                    <a:pt x="226" y="10411"/>
                    <a:pt x="301" y="10597"/>
                    <a:pt x="537" y="10597"/>
                  </a:cubicBezTo>
                  <a:lnTo>
                    <a:pt x="4983" y="10597"/>
                  </a:lnTo>
                  <a:cubicBezTo>
                    <a:pt x="5033" y="10594"/>
                    <a:pt x="5480" y="10547"/>
                    <a:pt x="5568" y="10324"/>
                  </a:cubicBezTo>
                  <a:cubicBezTo>
                    <a:pt x="5587" y="10277"/>
                    <a:pt x="5605" y="10248"/>
                    <a:pt x="5621" y="10221"/>
                  </a:cubicBezTo>
                  <a:cubicBezTo>
                    <a:pt x="5676" y="10130"/>
                    <a:pt x="5701" y="10072"/>
                    <a:pt x="5671" y="9699"/>
                  </a:cubicBezTo>
                  <a:cubicBezTo>
                    <a:pt x="5658" y="9530"/>
                    <a:pt x="5637" y="9138"/>
                    <a:pt x="5612" y="8643"/>
                  </a:cubicBezTo>
                  <a:cubicBezTo>
                    <a:pt x="5564" y="7686"/>
                    <a:pt x="5496" y="6375"/>
                    <a:pt x="5430" y="5800"/>
                  </a:cubicBezTo>
                  <a:cubicBezTo>
                    <a:pt x="5399" y="5539"/>
                    <a:pt x="5384" y="5271"/>
                    <a:pt x="5366" y="4989"/>
                  </a:cubicBezTo>
                  <a:cubicBezTo>
                    <a:pt x="5328" y="4341"/>
                    <a:pt x="5287" y="3605"/>
                    <a:pt x="5046" y="2675"/>
                  </a:cubicBezTo>
                  <a:cubicBezTo>
                    <a:pt x="4737" y="1461"/>
                    <a:pt x="4481" y="1270"/>
                    <a:pt x="4096" y="981"/>
                  </a:cubicBezTo>
                  <a:cubicBezTo>
                    <a:pt x="4053" y="948"/>
                    <a:pt x="4009" y="914"/>
                    <a:pt x="3963" y="879"/>
                  </a:cubicBezTo>
                  <a:lnTo>
                    <a:pt x="3876" y="811"/>
                  </a:lnTo>
                  <a:cubicBezTo>
                    <a:pt x="3479" y="497"/>
                    <a:pt x="2852" y="1"/>
                    <a:pt x="2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3"/>
            <p:cNvSpPr/>
            <p:nvPr/>
          </p:nvSpPr>
          <p:spPr>
            <a:xfrm flipH="1">
              <a:off x="6555841" y="2302234"/>
              <a:ext cx="397589" cy="287056"/>
            </a:xfrm>
            <a:custGeom>
              <a:rect b="b" l="l" r="r" t="t"/>
              <a:pathLst>
                <a:path extrusionOk="0" h="3732" w="5164">
                  <a:moveTo>
                    <a:pt x="2166" y="1"/>
                  </a:moveTo>
                  <a:cubicBezTo>
                    <a:pt x="2135" y="1"/>
                    <a:pt x="2108" y="5"/>
                    <a:pt x="2087" y="13"/>
                  </a:cubicBezTo>
                  <a:cubicBezTo>
                    <a:pt x="1564" y="259"/>
                    <a:pt x="1072" y="571"/>
                    <a:pt x="623" y="937"/>
                  </a:cubicBezTo>
                  <a:cubicBezTo>
                    <a:pt x="1" y="1441"/>
                    <a:pt x="301" y="3652"/>
                    <a:pt x="401" y="3730"/>
                  </a:cubicBezTo>
                  <a:cubicBezTo>
                    <a:pt x="403" y="3731"/>
                    <a:pt x="406" y="3732"/>
                    <a:pt x="408" y="3732"/>
                  </a:cubicBezTo>
                  <a:cubicBezTo>
                    <a:pt x="549" y="3732"/>
                    <a:pt x="1782" y="1661"/>
                    <a:pt x="2453" y="1619"/>
                  </a:cubicBezTo>
                  <a:cubicBezTo>
                    <a:pt x="2463" y="1619"/>
                    <a:pt x="2474" y="1618"/>
                    <a:pt x="2485" y="1618"/>
                  </a:cubicBezTo>
                  <a:cubicBezTo>
                    <a:pt x="3197" y="1618"/>
                    <a:pt x="5163" y="3027"/>
                    <a:pt x="5163" y="3027"/>
                  </a:cubicBezTo>
                  <a:cubicBezTo>
                    <a:pt x="5151" y="2747"/>
                    <a:pt x="5061" y="2474"/>
                    <a:pt x="4901" y="2241"/>
                  </a:cubicBezTo>
                  <a:cubicBezTo>
                    <a:pt x="4640" y="1880"/>
                    <a:pt x="3837" y="1338"/>
                    <a:pt x="3434" y="795"/>
                  </a:cubicBezTo>
                  <a:cubicBezTo>
                    <a:pt x="3073" y="310"/>
                    <a:pt x="2438" y="1"/>
                    <a:pt x="21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3"/>
            <p:cNvSpPr/>
            <p:nvPr/>
          </p:nvSpPr>
          <p:spPr>
            <a:xfrm flipH="1">
              <a:off x="6552146" y="2298234"/>
              <a:ext cx="393432" cy="294748"/>
            </a:xfrm>
            <a:custGeom>
              <a:rect b="b" l="l" r="r" t="t"/>
              <a:pathLst>
                <a:path extrusionOk="0" h="3832" w="5110">
                  <a:moveTo>
                    <a:pt x="2066" y="102"/>
                  </a:moveTo>
                  <a:cubicBezTo>
                    <a:pt x="2314" y="102"/>
                    <a:pt x="2942" y="405"/>
                    <a:pt x="3293" y="878"/>
                  </a:cubicBezTo>
                  <a:cubicBezTo>
                    <a:pt x="3515" y="1179"/>
                    <a:pt x="3857" y="1480"/>
                    <a:pt x="4162" y="1745"/>
                  </a:cubicBezTo>
                  <a:cubicBezTo>
                    <a:pt x="4408" y="1960"/>
                    <a:pt x="4643" y="2165"/>
                    <a:pt x="4756" y="2323"/>
                  </a:cubicBezTo>
                  <a:cubicBezTo>
                    <a:pt x="4892" y="2517"/>
                    <a:pt x="4976" y="2741"/>
                    <a:pt x="5002" y="2976"/>
                  </a:cubicBezTo>
                  <a:cubicBezTo>
                    <a:pt x="4607" y="2699"/>
                    <a:pt x="3023" y="1619"/>
                    <a:pt x="2381" y="1619"/>
                  </a:cubicBezTo>
                  <a:cubicBezTo>
                    <a:pt x="2369" y="1619"/>
                    <a:pt x="2358" y="1619"/>
                    <a:pt x="2346" y="1620"/>
                  </a:cubicBezTo>
                  <a:cubicBezTo>
                    <a:pt x="1866" y="1649"/>
                    <a:pt x="1151" y="2617"/>
                    <a:pt x="678" y="3257"/>
                  </a:cubicBezTo>
                  <a:cubicBezTo>
                    <a:pt x="537" y="3450"/>
                    <a:pt x="389" y="3649"/>
                    <a:pt x="323" y="3714"/>
                  </a:cubicBezTo>
                  <a:cubicBezTo>
                    <a:pt x="217" y="3413"/>
                    <a:pt x="0" y="1474"/>
                    <a:pt x="554" y="1026"/>
                  </a:cubicBezTo>
                  <a:cubicBezTo>
                    <a:pt x="998" y="663"/>
                    <a:pt x="1487" y="354"/>
                    <a:pt x="2005" y="111"/>
                  </a:cubicBezTo>
                  <a:cubicBezTo>
                    <a:pt x="2021" y="105"/>
                    <a:pt x="2041" y="102"/>
                    <a:pt x="2066" y="102"/>
                  </a:cubicBezTo>
                  <a:close/>
                  <a:moveTo>
                    <a:pt x="2063" y="1"/>
                  </a:moveTo>
                  <a:cubicBezTo>
                    <a:pt x="2025" y="1"/>
                    <a:pt x="1992" y="6"/>
                    <a:pt x="1966" y="16"/>
                  </a:cubicBezTo>
                  <a:cubicBezTo>
                    <a:pt x="1439" y="265"/>
                    <a:pt x="943" y="579"/>
                    <a:pt x="492" y="948"/>
                  </a:cubicBezTo>
                  <a:cubicBezTo>
                    <a:pt x="151" y="1222"/>
                    <a:pt x="87" y="1938"/>
                    <a:pt x="90" y="2491"/>
                  </a:cubicBezTo>
                  <a:cubicBezTo>
                    <a:pt x="95" y="3071"/>
                    <a:pt x="187" y="3755"/>
                    <a:pt x="271" y="3819"/>
                  </a:cubicBezTo>
                  <a:cubicBezTo>
                    <a:pt x="280" y="3826"/>
                    <a:pt x="298" y="3832"/>
                    <a:pt x="311" y="3832"/>
                  </a:cubicBezTo>
                  <a:lnTo>
                    <a:pt x="317" y="3832"/>
                  </a:lnTo>
                  <a:cubicBezTo>
                    <a:pt x="378" y="3824"/>
                    <a:pt x="456" y="3727"/>
                    <a:pt x="759" y="3316"/>
                  </a:cubicBezTo>
                  <a:cubicBezTo>
                    <a:pt x="1194" y="2728"/>
                    <a:pt x="1919" y="1746"/>
                    <a:pt x="2354" y="1718"/>
                  </a:cubicBezTo>
                  <a:cubicBezTo>
                    <a:pt x="2363" y="1718"/>
                    <a:pt x="2372" y="1718"/>
                    <a:pt x="2382" y="1718"/>
                  </a:cubicBezTo>
                  <a:cubicBezTo>
                    <a:pt x="3063" y="1718"/>
                    <a:pt x="5011" y="3104"/>
                    <a:pt x="5032" y="3119"/>
                  </a:cubicBezTo>
                  <a:cubicBezTo>
                    <a:pt x="5041" y="3125"/>
                    <a:pt x="5052" y="3129"/>
                    <a:pt x="5062" y="3129"/>
                  </a:cubicBezTo>
                  <a:cubicBezTo>
                    <a:pt x="5070" y="3129"/>
                    <a:pt x="5078" y="3127"/>
                    <a:pt x="5085" y="3123"/>
                  </a:cubicBezTo>
                  <a:cubicBezTo>
                    <a:pt x="5101" y="3113"/>
                    <a:pt x="5110" y="3095"/>
                    <a:pt x="5110" y="3076"/>
                  </a:cubicBezTo>
                  <a:cubicBezTo>
                    <a:pt x="5099" y="2785"/>
                    <a:pt x="5005" y="2505"/>
                    <a:pt x="4840" y="2264"/>
                  </a:cubicBezTo>
                  <a:cubicBezTo>
                    <a:pt x="4718" y="2094"/>
                    <a:pt x="4491" y="1897"/>
                    <a:pt x="4228" y="1667"/>
                  </a:cubicBezTo>
                  <a:cubicBezTo>
                    <a:pt x="3929" y="1403"/>
                    <a:pt x="3589" y="1107"/>
                    <a:pt x="3374" y="817"/>
                  </a:cubicBezTo>
                  <a:cubicBezTo>
                    <a:pt x="3016" y="334"/>
                    <a:pt x="2368" y="1"/>
                    <a:pt x="2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3"/>
            <p:cNvSpPr/>
            <p:nvPr/>
          </p:nvSpPr>
          <p:spPr>
            <a:xfrm flipH="1">
              <a:off x="6052081" y="2312387"/>
              <a:ext cx="111639" cy="165834"/>
            </a:xfrm>
            <a:custGeom>
              <a:rect b="b" l="l" r="r" t="t"/>
              <a:pathLst>
                <a:path extrusionOk="0" h="2156" w="1450">
                  <a:moveTo>
                    <a:pt x="1306" y="1"/>
                  </a:moveTo>
                  <a:cubicBezTo>
                    <a:pt x="1268" y="1"/>
                    <a:pt x="1232" y="19"/>
                    <a:pt x="1209" y="53"/>
                  </a:cubicBezTo>
                  <a:lnTo>
                    <a:pt x="32" y="1975"/>
                  </a:lnTo>
                  <a:cubicBezTo>
                    <a:pt x="1" y="2028"/>
                    <a:pt x="17" y="2097"/>
                    <a:pt x="69" y="2128"/>
                  </a:cubicBezTo>
                  <a:lnTo>
                    <a:pt x="88" y="2139"/>
                  </a:lnTo>
                  <a:cubicBezTo>
                    <a:pt x="106" y="2150"/>
                    <a:pt x="126" y="2155"/>
                    <a:pt x="145" y="2155"/>
                  </a:cubicBezTo>
                  <a:cubicBezTo>
                    <a:pt x="183" y="2155"/>
                    <a:pt x="220" y="2136"/>
                    <a:pt x="241" y="2102"/>
                  </a:cubicBezTo>
                  <a:lnTo>
                    <a:pt x="1417" y="182"/>
                  </a:lnTo>
                  <a:cubicBezTo>
                    <a:pt x="1450" y="127"/>
                    <a:pt x="1432" y="59"/>
                    <a:pt x="1380" y="28"/>
                  </a:cubicBezTo>
                  <a:lnTo>
                    <a:pt x="1363" y="17"/>
                  </a:lnTo>
                  <a:cubicBezTo>
                    <a:pt x="1345" y="6"/>
                    <a:pt x="1325" y="1"/>
                    <a:pt x="1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3"/>
            <p:cNvSpPr/>
            <p:nvPr/>
          </p:nvSpPr>
          <p:spPr>
            <a:xfrm flipH="1">
              <a:off x="6095118" y="2381073"/>
              <a:ext cx="764228" cy="612033"/>
            </a:xfrm>
            <a:custGeom>
              <a:rect b="b" l="l" r="r" t="t"/>
              <a:pathLst>
                <a:path extrusionOk="0" h="7957" w="9926">
                  <a:moveTo>
                    <a:pt x="8882" y="0"/>
                  </a:moveTo>
                  <a:cubicBezTo>
                    <a:pt x="8840" y="0"/>
                    <a:pt x="8795" y="40"/>
                    <a:pt x="8756" y="118"/>
                  </a:cubicBezTo>
                  <a:cubicBezTo>
                    <a:pt x="8667" y="295"/>
                    <a:pt x="8555" y="494"/>
                    <a:pt x="8446" y="693"/>
                  </a:cubicBezTo>
                  <a:cubicBezTo>
                    <a:pt x="8337" y="892"/>
                    <a:pt x="7849" y="1246"/>
                    <a:pt x="7849" y="1467"/>
                  </a:cubicBezTo>
                  <a:cubicBezTo>
                    <a:pt x="7849" y="1688"/>
                    <a:pt x="7649" y="2372"/>
                    <a:pt x="7649" y="2372"/>
                  </a:cubicBezTo>
                  <a:lnTo>
                    <a:pt x="4342" y="5415"/>
                  </a:lnTo>
                  <a:cubicBezTo>
                    <a:pt x="4342" y="5415"/>
                    <a:pt x="3116" y="3386"/>
                    <a:pt x="3075" y="3225"/>
                  </a:cubicBezTo>
                  <a:cubicBezTo>
                    <a:pt x="3007" y="2789"/>
                    <a:pt x="2833" y="2373"/>
                    <a:pt x="2572" y="2018"/>
                  </a:cubicBezTo>
                  <a:cubicBezTo>
                    <a:pt x="2213" y="1551"/>
                    <a:pt x="2014" y="1324"/>
                    <a:pt x="1660" y="1324"/>
                  </a:cubicBezTo>
                  <a:cubicBezTo>
                    <a:pt x="1618" y="1324"/>
                    <a:pt x="1573" y="1328"/>
                    <a:pt x="1526" y="1334"/>
                  </a:cubicBezTo>
                  <a:lnTo>
                    <a:pt x="242" y="2403"/>
                  </a:lnTo>
                  <a:cubicBezTo>
                    <a:pt x="242" y="2403"/>
                    <a:pt x="0" y="3125"/>
                    <a:pt x="282" y="3648"/>
                  </a:cubicBezTo>
                  <a:cubicBezTo>
                    <a:pt x="563" y="4171"/>
                    <a:pt x="3054" y="7888"/>
                    <a:pt x="3337" y="7948"/>
                  </a:cubicBezTo>
                  <a:cubicBezTo>
                    <a:pt x="3364" y="7954"/>
                    <a:pt x="3392" y="7957"/>
                    <a:pt x="3421" y="7957"/>
                  </a:cubicBezTo>
                  <a:cubicBezTo>
                    <a:pt x="3689" y="7957"/>
                    <a:pt x="4000" y="7727"/>
                    <a:pt x="4000" y="7727"/>
                  </a:cubicBezTo>
                  <a:lnTo>
                    <a:pt x="8180" y="2727"/>
                  </a:lnTo>
                  <a:cubicBezTo>
                    <a:pt x="8180" y="2727"/>
                    <a:pt x="8998" y="2351"/>
                    <a:pt x="9196" y="2174"/>
                  </a:cubicBezTo>
                  <a:cubicBezTo>
                    <a:pt x="9395" y="1997"/>
                    <a:pt x="9572" y="1555"/>
                    <a:pt x="9572" y="1555"/>
                  </a:cubicBezTo>
                  <a:cubicBezTo>
                    <a:pt x="9572" y="1555"/>
                    <a:pt x="9926" y="1201"/>
                    <a:pt x="9860" y="914"/>
                  </a:cubicBezTo>
                  <a:cubicBezTo>
                    <a:pt x="9815" y="719"/>
                    <a:pt x="9749" y="677"/>
                    <a:pt x="9691" y="677"/>
                  </a:cubicBezTo>
                  <a:cubicBezTo>
                    <a:pt x="9663" y="677"/>
                    <a:pt x="9638" y="686"/>
                    <a:pt x="9616" y="693"/>
                  </a:cubicBezTo>
                  <a:cubicBezTo>
                    <a:pt x="9550" y="715"/>
                    <a:pt x="8821" y="759"/>
                    <a:pt x="8821" y="759"/>
                  </a:cubicBezTo>
                  <a:cubicBezTo>
                    <a:pt x="8821" y="759"/>
                    <a:pt x="9086" y="406"/>
                    <a:pt x="9021" y="185"/>
                  </a:cubicBezTo>
                  <a:cubicBezTo>
                    <a:pt x="8987" y="62"/>
                    <a:pt x="8936" y="0"/>
                    <a:pt x="88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3"/>
            <p:cNvSpPr/>
            <p:nvPr/>
          </p:nvSpPr>
          <p:spPr>
            <a:xfrm flipH="1">
              <a:off x="6090961" y="2377304"/>
              <a:ext cx="772235" cy="619724"/>
            </a:xfrm>
            <a:custGeom>
              <a:rect b="b" l="l" r="r" t="t"/>
              <a:pathLst>
                <a:path extrusionOk="0" h="8057" w="10030">
                  <a:moveTo>
                    <a:pt x="8937" y="0"/>
                  </a:moveTo>
                  <a:cubicBezTo>
                    <a:pt x="8891" y="0"/>
                    <a:pt x="8826" y="28"/>
                    <a:pt x="8768" y="145"/>
                  </a:cubicBezTo>
                  <a:cubicBezTo>
                    <a:pt x="8703" y="275"/>
                    <a:pt x="8628" y="413"/>
                    <a:pt x="8546" y="558"/>
                  </a:cubicBezTo>
                  <a:lnTo>
                    <a:pt x="8458" y="718"/>
                  </a:lnTo>
                  <a:cubicBezTo>
                    <a:pt x="8418" y="791"/>
                    <a:pt x="8321" y="888"/>
                    <a:pt x="8218" y="993"/>
                  </a:cubicBezTo>
                  <a:cubicBezTo>
                    <a:pt x="8038" y="1175"/>
                    <a:pt x="7854" y="1361"/>
                    <a:pt x="7854" y="1519"/>
                  </a:cubicBezTo>
                  <a:cubicBezTo>
                    <a:pt x="7854" y="1713"/>
                    <a:pt x="7686" y="2300"/>
                    <a:pt x="7658" y="2396"/>
                  </a:cubicBezTo>
                  <a:lnTo>
                    <a:pt x="4407" y="5387"/>
                  </a:lnTo>
                  <a:cubicBezTo>
                    <a:pt x="3914" y="4572"/>
                    <a:pt x="3204" y="3371"/>
                    <a:pt x="3178" y="3267"/>
                  </a:cubicBezTo>
                  <a:cubicBezTo>
                    <a:pt x="3110" y="2824"/>
                    <a:pt x="2933" y="2399"/>
                    <a:pt x="2666" y="2037"/>
                  </a:cubicBezTo>
                  <a:cubicBezTo>
                    <a:pt x="2306" y="1573"/>
                    <a:pt x="2097" y="1326"/>
                    <a:pt x="1714" y="1326"/>
                  </a:cubicBezTo>
                  <a:cubicBezTo>
                    <a:pt x="1670" y="1326"/>
                    <a:pt x="1623" y="1329"/>
                    <a:pt x="1573" y="1336"/>
                  </a:cubicBezTo>
                  <a:cubicBezTo>
                    <a:pt x="1546" y="1339"/>
                    <a:pt x="1527" y="1365"/>
                    <a:pt x="1531" y="1393"/>
                  </a:cubicBezTo>
                  <a:cubicBezTo>
                    <a:pt x="1534" y="1417"/>
                    <a:pt x="1556" y="1435"/>
                    <a:pt x="1580" y="1435"/>
                  </a:cubicBezTo>
                  <a:cubicBezTo>
                    <a:pt x="1582" y="1435"/>
                    <a:pt x="1585" y="1435"/>
                    <a:pt x="1587" y="1435"/>
                  </a:cubicBezTo>
                  <a:cubicBezTo>
                    <a:pt x="1633" y="1429"/>
                    <a:pt x="1676" y="1425"/>
                    <a:pt x="1716" y="1425"/>
                  </a:cubicBezTo>
                  <a:cubicBezTo>
                    <a:pt x="2038" y="1425"/>
                    <a:pt x="2220" y="1623"/>
                    <a:pt x="2587" y="2098"/>
                  </a:cubicBezTo>
                  <a:cubicBezTo>
                    <a:pt x="2843" y="2447"/>
                    <a:pt x="3013" y="2855"/>
                    <a:pt x="3080" y="3287"/>
                  </a:cubicBezTo>
                  <a:cubicBezTo>
                    <a:pt x="3120" y="3451"/>
                    <a:pt x="4228" y="5284"/>
                    <a:pt x="4354" y="5492"/>
                  </a:cubicBezTo>
                  <a:cubicBezTo>
                    <a:pt x="4362" y="5505"/>
                    <a:pt x="4376" y="5514"/>
                    <a:pt x="4390" y="5515"/>
                  </a:cubicBezTo>
                  <a:cubicBezTo>
                    <a:pt x="4393" y="5516"/>
                    <a:pt x="4395" y="5516"/>
                    <a:pt x="4397" y="5516"/>
                  </a:cubicBezTo>
                  <a:cubicBezTo>
                    <a:pt x="4410" y="5516"/>
                    <a:pt x="4422" y="5512"/>
                    <a:pt x="4430" y="5502"/>
                  </a:cubicBezTo>
                  <a:lnTo>
                    <a:pt x="7737" y="2459"/>
                  </a:lnTo>
                  <a:cubicBezTo>
                    <a:pt x="7745" y="2455"/>
                    <a:pt x="7751" y="2447"/>
                    <a:pt x="7752" y="2437"/>
                  </a:cubicBezTo>
                  <a:cubicBezTo>
                    <a:pt x="7759" y="2410"/>
                    <a:pt x="7954" y="1744"/>
                    <a:pt x="7954" y="1519"/>
                  </a:cubicBezTo>
                  <a:cubicBezTo>
                    <a:pt x="7954" y="1404"/>
                    <a:pt x="8141" y="1217"/>
                    <a:pt x="8290" y="1065"/>
                  </a:cubicBezTo>
                  <a:cubicBezTo>
                    <a:pt x="8399" y="954"/>
                    <a:pt x="8499" y="851"/>
                    <a:pt x="8546" y="769"/>
                  </a:cubicBezTo>
                  <a:lnTo>
                    <a:pt x="8635" y="609"/>
                  </a:lnTo>
                  <a:cubicBezTo>
                    <a:pt x="8716" y="462"/>
                    <a:pt x="8793" y="325"/>
                    <a:pt x="8857" y="194"/>
                  </a:cubicBezTo>
                  <a:cubicBezTo>
                    <a:pt x="8888" y="132"/>
                    <a:pt x="8921" y="104"/>
                    <a:pt x="8938" y="104"/>
                  </a:cubicBezTo>
                  <a:cubicBezTo>
                    <a:pt x="8938" y="104"/>
                    <a:pt x="8939" y="104"/>
                    <a:pt x="8940" y="104"/>
                  </a:cubicBezTo>
                  <a:cubicBezTo>
                    <a:pt x="8956" y="105"/>
                    <a:pt x="8996" y="138"/>
                    <a:pt x="9028" y="251"/>
                  </a:cubicBezTo>
                  <a:cubicBezTo>
                    <a:pt x="9074" y="410"/>
                    <a:pt x="8905" y="689"/>
                    <a:pt x="8835" y="782"/>
                  </a:cubicBezTo>
                  <a:cubicBezTo>
                    <a:pt x="8824" y="797"/>
                    <a:pt x="8822" y="819"/>
                    <a:pt x="8831" y="835"/>
                  </a:cubicBezTo>
                  <a:cubicBezTo>
                    <a:pt x="8841" y="851"/>
                    <a:pt x="8859" y="860"/>
                    <a:pt x="8880" y="860"/>
                  </a:cubicBezTo>
                  <a:cubicBezTo>
                    <a:pt x="9003" y="853"/>
                    <a:pt x="9618" y="814"/>
                    <a:pt x="9692" y="791"/>
                  </a:cubicBezTo>
                  <a:cubicBezTo>
                    <a:pt x="9714" y="783"/>
                    <a:pt x="9731" y="778"/>
                    <a:pt x="9746" y="778"/>
                  </a:cubicBezTo>
                  <a:cubicBezTo>
                    <a:pt x="9756" y="778"/>
                    <a:pt x="9764" y="780"/>
                    <a:pt x="9773" y="785"/>
                  </a:cubicBezTo>
                  <a:cubicBezTo>
                    <a:pt x="9793" y="797"/>
                    <a:pt x="9834" y="836"/>
                    <a:pt x="9865" y="976"/>
                  </a:cubicBezTo>
                  <a:cubicBezTo>
                    <a:pt x="9924" y="1234"/>
                    <a:pt x="9594" y="1567"/>
                    <a:pt x="9591" y="1572"/>
                  </a:cubicBezTo>
                  <a:cubicBezTo>
                    <a:pt x="9585" y="1575"/>
                    <a:pt x="9581" y="1582"/>
                    <a:pt x="9580" y="1588"/>
                  </a:cubicBezTo>
                  <a:cubicBezTo>
                    <a:pt x="9578" y="1592"/>
                    <a:pt x="9404" y="2020"/>
                    <a:pt x="9217" y="2186"/>
                  </a:cubicBezTo>
                  <a:cubicBezTo>
                    <a:pt x="9025" y="2359"/>
                    <a:pt x="8219" y="2729"/>
                    <a:pt x="8213" y="2732"/>
                  </a:cubicBezTo>
                  <a:cubicBezTo>
                    <a:pt x="8206" y="2735"/>
                    <a:pt x="8200" y="2739"/>
                    <a:pt x="8194" y="2745"/>
                  </a:cubicBezTo>
                  <a:lnTo>
                    <a:pt x="4018" y="7739"/>
                  </a:lnTo>
                  <a:cubicBezTo>
                    <a:pt x="3978" y="7767"/>
                    <a:pt x="3703" y="7956"/>
                    <a:pt x="3473" y="7956"/>
                  </a:cubicBezTo>
                  <a:cubicBezTo>
                    <a:pt x="3448" y="7956"/>
                    <a:pt x="3423" y="7954"/>
                    <a:pt x="3399" y="7949"/>
                  </a:cubicBezTo>
                  <a:cubicBezTo>
                    <a:pt x="3144" y="7875"/>
                    <a:pt x="715" y="4301"/>
                    <a:pt x="377" y="3675"/>
                  </a:cubicBezTo>
                  <a:cubicBezTo>
                    <a:pt x="111" y="3178"/>
                    <a:pt x="339" y="2477"/>
                    <a:pt x="341" y="2469"/>
                  </a:cubicBezTo>
                  <a:cubicBezTo>
                    <a:pt x="349" y="2441"/>
                    <a:pt x="335" y="2413"/>
                    <a:pt x="310" y="2404"/>
                  </a:cubicBezTo>
                  <a:cubicBezTo>
                    <a:pt x="304" y="2403"/>
                    <a:pt x="299" y="2402"/>
                    <a:pt x="293" y="2402"/>
                  </a:cubicBezTo>
                  <a:cubicBezTo>
                    <a:pt x="272" y="2402"/>
                    <a:pt x="253" y="2415"/>
                    <a:pt x="245" y="2435"/>
                  </a:cubicBezTo>
                  <a:cubicBezTo>
                    <a:pt x="236" y="2466"/>
                    <a:pt x="0" y="3186"/>
                    <a:pt x="289" y="3722"/>
                  </a:cubicBezTo>
                  <a:cubicBezTo>
                    <a:pt x="492" y="4098"/>
                    <a:pt x="3039" y="7975"/>
                    <a:pt x="3377" y="8047"/>
                  </a:cubicBezTo>
                  <a:cubicBezTo>
                    <a:pt x="3409" y="8052"/>
                    <a:pt x="3440" y="8056"/>
                    <a:pt x="3471" y="8056"/>
                  </a:cubicBezTo>
                  <a:cubicBezTo>
                    <a:pt x="3751" y="8056"/>
                    <a:pt x="4066" y="7828"/>
                    <a:pt x="4084" y="7813"/>
                  </a:cubicBezTo>
                  <a:cubicBezTo>
                    <a:pt x="4088" y="7812"/>
                    <a:pt x="4091" y="7809"/>
                    <a:pt x="4094" y="7806"/>
                  </a:cubicBezTo>
                  <a:lnTo>
                    <a:pt x="8266" y="2816"/>
                  </a:lnTo>
                  <a:cubicBezTo>
                    <a:pt x="8365" y="2768"/>
                    <a:pt x="9093" y="2429"/>
                    <a:pt x="9285" y="2259"/>
                  </a:cubicBezTo>
                  <a:cubicBezTo>
                    <a:pt x="9476" y="2088"/>
                    <a:pt x="9643" y="1699"/>
                    <a:pt x="9669" y="1631"/>
                  </a:cubicBezTo>
                  <a:cubicBezTo>
                    <a:pt x="9724" y="1573"/>
                    <a:pt x="10029" y="1240"/>
                    <a:pt x="9963" y="948"/>
                  </a:cubicBezTo>
                  <a:cubicBezTo>
                    <a:pt x="9932" y="813"/>
                    <a:pt x="9886" y="727"/>
                    <a:pt x="9821" y="693"/>
                  </a:cubicBezTo>
                  <a:cubicBezTo>
                    <a:pt x="9795" y="679"/>
                    <a:pt x="9770" y="674"/>
                    <a:pt x="9746" y="674"/>
                  </a:cubicBezTo>
                  <a:cubicBezTo>
                    <a:pt x="9711" y="674"/>
                    <a:pt x="9679" y="685"/>
                    <a:pt x="9655" y="693"/>
                  </a:cubicBezTo>
                  <a:cubicBezTo>
                    <a:pt x="9615" y="704"/>
                    <a:pt x="9292" y="730"/>
                    <a:pt x="8974" y="749"/>
                  </a:cubicBezTo>
                  <a:cubicBezTo>
                    <a:pt x="9053" y="627"/>
                    <a:pt x="9174" y="393"/>
                    <a:pt x="9124" y="219"/>
                  </a:cubicBezTo>
                  <a:cubicBezTo>
                    <a:pt x="9074" y="48"/>
                    <a:pt x="9000" y="5"/>
                    <a:pt x="8947" y="1"/>
                  </a:cubicBezTo>
                  <a:cubicBezTo>
                    <a:pt x="8944" y="0"/>
                    <a:pt x="8940" y="0"/>
                    <a:pt x="89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3"/>
            <p:cNvSpPr/>
            <p:nvPr/>
          </p:nvSpPr>
          <p:spPr>
            <a:xfrm flipH="1">
              <a:off x="6414022" y="2756656"/>
              <a:ext cx="72373" cy="61919"/>
            </a:xfrm>
            <a:custGeom>
              <a:rect b="b" l="l" r="r" t="t"/>
              <a:pathLst>
                <a:path extrusionOk="0" h="805" w="940">
                  <a:moveTo>
                    <a:pt x="57" y="1"/>
                  </a:moveTo>
                  <a:cubicBezTo>
                    <a:pt x="43" y="1"/>
                    <a:pt x="30" y="7"/>
                    <a:pt x="20" y="18"/>
                  </a:cubicBezTo>
                  <a:cubicBezTo>
                    <a:pt x="1" y="38"/>
                    <a:pt x="5" y="69"/>
                    <a:pt x="24" y="88"/>
                  </a:cubicBezTo>
                  <a:lnTo>
                    <a:pt x="851" y="791"/>
                  </a:lnTo>
                  <a:cubicBezTo>
                    <a:pt x="860" y="802"/>
                    <a:pt x="871" y="805"/>
                    <a:pt x="883" y="805"/>
                  </a:cubicBezTo>
                  <a:cubicBezTo>
                    <a:pt x="898" y="805"/>
                    <a:pt x="913" y="799"/>
                    <a:pt x="920" y="787"/>
                  </a:cubicBezTo>
                  <a:cubicBezTo>
                    <a:pt x="939" y="766"/>
                    <a:pt x="935" y="735"/>
                    <a:pt x="914" y="716"/>
                  </a:cubicBezTo>
                  <a:lnTo>
                    <a:pt x="89" y="13"/>
                  </a:lnTo>
                  <a:cubicBezTo>
                    <a:pt x="80" y="5"/>
                    <a:pt x="69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3"/>
            <p:cNvSpPr/>
            <p:nvPr/>
          </p:nvSpPr>
          <p:spPr>
            <a:xfrm flipH="1">
              <a:off x="6520579" y="2793807"/>
              <a:ext cx="63057" cy="47997"/>
            </a:xfrm>
            <a:custGeom>
              <a:rect b="b" l="l" r="r" t="t"/>
              <a:pathLst>
                <a:path extrusionOk="0" h="624" w="819">
                  <a:moveTo>
                    <a:pt x="760" y="0"/>
                  </a:moveTo>
                  <a:cubicBezTo>
                    <a:pt x="752" y="0"/>
                    <a:pt x="745" y="2"/>
                    <a:pt x="739" y="5"/>
                  </a:cubicBezTo>
                  <a:cubicBezTo>
                    <a:pt x="717" y="16"/>
                    <a:pt x="180" y="277"/>
                    <a:pt x="15" y="547"/>
                  </a:cubicBezTo>
                  <a:cubicBezTo>
                    <a:pt x="1" y="571"/>
                    <a:pt x="8" y="602"/>
                    <a:pt x="31" y="616"/>
                  </a:cubicBezTo>
                  <a:cubicBezTo>
                    <a:pt x="39" y="622"/>
                    <a:pt x="48" y="624"/>
                    <a:pt x="58" y="624"/>
                  </a:cubicBezTo>
                  <a:cubicBezTo>
                    <a:pt x="74" y="624"/>
                    <a:pt x="90" y="615"/>
                    <a:pt x="98" y="599"/>
                  </a:cubicBezTo>
                  <a:cubicBezTo>
                    <a:pt x="250" y="353"/>
                    <a:pt x="776" y="98"/>
                    <a:pt x="782" y="95"/>
                  </a:cubicBezTo>
                  <a:cubicBezTo>
                    <a:pt x="807" y="84"/>
                    <a:pt x="818" y="55"/>
                    <a:pt x="805" y="28"/>
                  </a:cubicBezTo>
                  <a:cubicBezTo>
                    <a:pt x="798" y="10"/>
                    <a:pt x="779" y="0"/>
                    <a:pt x="7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3"/>
            <p:cNvSpPr/>
            <p:nvPr/>
          </p:nvSpPr>
          <p:spPr>
            <a:xfrm flipH="1">
              <a:off x="6582558" y="2796806"/>
              <a:ext cx="49660" cy="83532"/>
            </a:xfrm>
            <a:custGeom>
              <a:rect b="b" l="l" r="r" t="t"/>
              <a:pathLst>
                <a:path extrusionOk="0" h="1086" w="645">
                  <a:moveTo>
                    <a:pt x="588" y="1"/>
                  </a:moveTo>
                  <a:cubicBezTo>
                    <a:pt x="573" y="1"/>
                    <a:pt x="557" y="8"/>
                    <a:pt x="546" y="22"/>
                  </a:cubicBezTo>
                  <a:cubicBezTo>
                    <a:pt x="524" y="53"/>
                    <a:pt x="1" y="763"/>
                    <a:pt x="310" y="1071"/>
                  </a:cubicBezTo>
                  <a:cubicBezTo>
                    <a:pt x="321" y="1080"/>
                    <a:pt x="332" y="1086"/>
                    <a:pt x="346" y="1086"/>
                  </a:cubicBezTo>
                  <a:cubicBezTo>
                    <a:pt x="359" y="1086"/>
                    <a:pt x="372" y="1083"/>
                    <a:pt x="381" y="1071"/>
                  </a:cubicBezTo>
                  <a:cubicBezTo>
                    <a:pt x="402" y="1050"/>
                    <a:pt x="402" y="1019"/>
                    <a:pt x="381" y="999"/>
                  </a:cubicBezTo>
                  <a:cubicBezTo>
                    <a:pt x="176" y="795"/>
                    <a:pt x="490" y="266"/>
                    <a:pt x="627" y="81"/>
                  </a:cubicBezTo>
                  <a:cubicBezTo>
                    <a:pt x="645" y="59"/>
                    <a:pt x="639" y="26"/>
                    <a:pt x="617" y="10"/>
                  </a:cubicBezTo>
                  <a:cubicBezTo>
                    <a:pt x="608" y="4"/>
                    <a:pt x="598" y="1"/>
                    <a:pt x="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3"/>
            <p:cNvSpPr/>
            <p:nvPr/>
          </p:nvSpPr>
          <p:spPr>
            <a:xfrm flipH="1">
              <a:off x="6095119" y="2381073"/>
              <a:ext cx="362712" cy="408970"/>
            </a:xfrm>
            <a:custGeom>
              <a:rect b="b" l="l" r="r" t="t"/>
              <a:pathLst>
                <a:path extrusionOk="0" h="5317" w="4711">
                  <a:moveTo>
                    <a:pt x="3668" y="0"/>
                  </a:moveTo>
                  <a:cubicBezTo>
                    <a:pt x="3625" y="0"/>
                    <a:pt x="3581" y="40"/>
                    <a:pt x="3541" y="118"/>
                  </a:cubicBezTo>
                  <a:cubicBezTo>
                    <a:pt x="3452" y="295"/>
                    <a:pt x="3340" y="494"/>
                    <a:pt x="3231" y="693"/>
                  </a:cubicBezTo>
                  <a:cubicBezTo>
                    <a:pt x="3122" y="892"/>
                    <a:pt x="2634" y="1246"/>
                    <a:pt x="2634" y="1467"/>
                  </a:cubicBezTo>
                  <a:cubicBezTo>
                    <a:pt x="2634" y="1688"/>
                    <a:pt x="2434" y="2372"/>
                    <a:pt x="2434" y="2372"/>
                  </a:cubicBezTo>
                  <a:lnTo>
                    <a:pt x="1" y="4606"/>
                  </a:lnTo>
                  <a:lnTo>
                    <a:pt x="772" y="5316"/>
                  </a:lnTo>
                  <a:lnTo>
                    <a:pt x="2965" y="2725"/>
                  </a:lnTo>
                  <a:cubicBezTo>
                    <a:pt x="2965" y="2725"/>
                    <a:pt x="3783" y="2350"/>
                    <a:pt x="3981" y="2173"/>
                  </a:cubicBezTo>
                  <a:cubicBezTo>
                    <a:pt x="4180" y="1996"/>
                    <a:pt x="4357" y="1554"/>
                    <a:pt x="4357" y="1554"/>
                  </a:cubicBezTo>
                  <a:cubicBezTo>
                    <a:pt x="4357" y="1554"/>
                    <a:pt x="4711" y="1200"/>
                    <a:pt x="4645" y="913"/>
                  </a:cubicBezTo>
                  <a:cubicBezTo>
                    <a:pt x="4600" y="718"/>
                    <a:pt x="4535" y="676"/>
                    <a:pt x="4477" y="676"/>
                  </a:cubicBezTo>
                  <a:cubicBezTo>
                    <a:pt x="4449" y="676"/>
                    <a:pt x="4423" y="686"/>
                    <a:pt x="4401" y="693"/>
                  </a:cubicBezTo>
                  <a:cubicBezTo>
                    <a:pt x="4335" y="715"/>
                    <a:pt x="3606" y="759"/>
                    <a:pt x="3606" y="759"/>
                  </a:cubicBezTo>
                  <a:cubicBezTo>
                    <a:pt x="3606" y="759"/>
                    <a:pt x="3871" y="406"/>
                    <a:pt x="3806" y="185"/>
                  </a:cubicBezTo>
                  <a:cubicBezTo>
                    <a:pt x="3772" y="62"/>
                    <a:pt x="3721" y="0"/>
                    <a:pt x="36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3"/>
            <p:cNvSpPr/>
            <p:nvPr/>
          </p:nvSpPr>
          <p:spPr>
            <a:xfrm flipH="1">
              <a:off x="6090961" y="2377381"/>
              <a:ext cx="370719" cy="416739"/>
            </a:xfrm>
            <a:custGeom>
              <a:rect b="b" l="l" r="r" t="t"/>
              <a:pathLst>
                <a:path extrusionOk="0" h="5418" w="4815">
                  <a:moveTo>
                    <a:pt x="3718" y="100"/>
                  </a:moveTo>
                  <a:cubicBezTo>
                    <a:pt x="3718" y="100"/>
                    <a:pt x="3719" y="100"/>
                    <a:pt x="3719" y="100"/>
                  </a:cubicBezTo>
                  <a:cubicBezTo>
                    <a:pt x="3737" y="103"/>
                    <a:pt x="3775" y="135"/>
                    <a:pt x="3809" y="247"/>
                  </a:cubicBezTo>
                  <a:cubicBezTo>
                    <a:pt x="3855" y="408"/>
                    <a:pt x="3685" y="687"/>
                    <a:pt x="3614" y="778"/>
                  </a:cubicBezTo>
                  <a:cubicBezTo>
                    <a:pt x="3604" y="793"/>
                    <a:pt x="3603" y="815"/>
                    <a:pt x="3611" y="832"/>
                  </a:cubicBezTo>
                  <a:cubicBezTo>
                    <a:pt x="3620" y="849"/>
                    <a:pt x="3639" y="857"/>
                    <a:pt x="3659" y="857"/>
                  </a:cubicBezTo>
                  <a:cubicBezTo>
                    <a:pt x="3782" y="850"/>
                    <a:pt x="4398" y="813"/>
                    <a:pt x="4468" y="790"/>
                  </a:cubicBezTo>
                  <a:lnTo>
                    <a:pt x="4474" y="788"/>
                  </a:lnTo>
                  <a:cubicBezTo>
                    <a:pt x="4496" y="781"/>
                    <a:pt x="4513" y="775"/>
                    <a:pt x="4528" y="775"/>
                  </a:cubicBezTo>
                  <a:cubicBezTo>
                    <a:pt x="4538" y="775"/>
                    <a:pt x="4546" y="777"/>
                    <a:pt x="4555" y="782"/>
                  </a:cubicBezTo>
                  <a:cubicBezTo>
                    <a:pt x="4575" y="793"/>
                    <a:pt x="4615" y="834"/>
                    <a:pt x="4646" y="972"/>
                  </a:cubicBezTo>
                  <a:cubicBezTo>
                    <a:pt x="4705" y="1230"/>
                    <a:pt x="4376" y="1563"/>
                    <a:pt x="4372" y="1566"/>
                  </a:cubicBezTo>
                  <a:cubicBezTo>
                    <a:pt x="4366" y="1571"/>
                    <a:pt x="4363" y="1578"/>
                    <a:pt x="4362" y="1584"/>
                  </a:cubicBezTo>
                  <a:cubicBezTo>
                    <a:pt x="4359" y="1587"/>
                    <a:pt x="4186" y="2014"/>
                    <a:pt x="3998" y="2182"/>
                  </a:cubicBezTo>
                  <a:cubicBezTo>
                    <a:pt x="3806" y="2353"/>
                    <a:pt x="3001" y="2723"/>
                    <a:pt x="2994" y="2728"/>
                  </a:cubicBezTo>
                  <a:cubicBezTo>
                    <a:pt x="2988" y="2731"/>
                    <a:pt x="2984" y="2735"/>
                    <a:pt x="2978" y="2741"/>
                  </a:cubicBezTo>
                  <a:lnTo>
                    <a:pt x="819" y="5292"/>
                  </a:lnTo>
                  <a:lnTo>
                    <a:pt x="126" y="4654"/>
                  </a:lnTo>
                  <a:lnTo>
                    <a:pt x="2516" y="2456"/>
                  </a:lnTo>
                  <a:cubicBezTo>
                    <a:pt x="2524" y="2451"/>
                    <a:pt x="2530" y="2443"/>
                    <a:pt x="2531" y="2434"/>
                  </a:cubicBezTo>
                  <a:cubicBezTo>
                    <a:pt x="2539" y="2406"/>
                    <a:pt x="2735" y="1742"/>
                    <a:pt x="2735" y="1515"/>
                  </a:cubicBezTo>
                  <a:cubicBezTo>
                    <a:pt x="2735" y="1401"/>
                    <a:pt x="2920" y="1213"/>
                    <a:pt x="3069" y="1062"/>
                  </a:cubicBezTo>
                  <a:cubicBezTo>
                    <a:pt x="3178" y="952"/>
                    <a:pt x="3280" y="849"/>
                    <a:pt x="3326" y="766"/>
                  </a:cubicBezTo>
                  <a:lnTo>
                    <a:pt x="3414" y="607"/>
                  </a:lnTo>
                  <a:cubicBezTo>
                    <a:pt x="3495" y="460"/>
                    <a:pt x="3572" y="321"/>
                    <a:pt x="3637" y="191"/>
                  </a:cubicBezTo>
                  <a:cubicBezTo>
                    <a:pt x="3670" y="128"/>
                    <a:pt x="3701" y="100"/>
                    <a:pt x="3718" y="100"/>
                  </a:cubicBezTo>
                  <a:close/>
                  <a:moveTo>
                    <a:pt x="3720" y="1"/>
                  </a:moveTo>
                  <a:cubicBezTo>
                    <a:pt x="3675" y="1"/>
                    <a:pt x="3610" y="29"/>
                    <a:pt x="3551" y="147"/>
                  </a:cubicBezTo>
                  <a:cubicBezTo>
                    <a:pt x="3486" y="275"/>
                    <a:pt x="3411" y="414"/>
                    <a:pt x="3330" y="560"/>
                  </a:cubicBezTo>
                  <a:lnTo>
                    <a:pt x="3242" y="719"/>
                  </a:lnTo>
                  <a:cubicBezTo>
                    <a:pt x="3202" y="791"/>
                    <a:pt x="3104" y="888"/>
                    <a:pt x="3001" y="995"/>
                  </a:cubicBezTo>
                  <a:cubicBezTo>
                    <a:pt x="2822" y="1176"/>
                    <a:pt x="2637" y="1363"/>
                    <a:pt x="2637" y="1519"/>
                  </a:cubicBezTo>
                  <a:cubicBezTo>
                    <a:pt x="2637" y="1714"/>
                    <a:pt x="2469" y="2300"/>
                    <a:pt x="2441" y="2396"/>
                  </a:cubicBezTo>
                  <a:lnTo>
                    <a:pt x="17" y="4620"/>
                  </a:lnTo>
                  <a:cubicBezTo>
                    <a:pt x="7" y="4629"/>
                    <a:pt x="1" y="4642"/>
                    <a:pt x="1" y="4657"/>
                  </a:cubicBezTo>
                  <a:cubicBezTo>
                    <a:pt x="1" y="4672"/>
                    <a:pt x="7" y="4683"/>
                    <a:pt x="17" y="4694"/>
                  </a:cubicBezTo>
                  <a:lnTo>
                    <a:pt x="789" y="5402"/>
                  </a:lnTo>
                  <a:cubicBezTo>
                    <a:pt x="798" y="5410"/>
                    <a:pt x="810" y="5416"/>
                    <a:pt x="822" y="5416"/>
                  </a:cubicBezTo>
                  <a:cubicBezTo>
                    <a:pt x="825" y="5416"/>
                    <a:pt x="825" y="5416"/>
                    <a:pt x="832" y="5417"/>
                  </a:cubicBezTo>
                  <a:cubicBezTo>
                    <a:pt x="844" y="5416"/>
                    <a:pt x="857" y="5410"/>
                    <a:pt x="866" y="5398"/>
                  </a:cubicBezTo>
                  <a:lnTo>
                    <a:pt x="3051" y="2816"/>
                  </a:lnTo>
                  <a:cubicBezTo>
                    <a:pt x="3150" y="2770"/>
                    <a:pt x="3877" y="2431"/>
                    <a:pt x="4070" y="2259"/>
                  </a:cubicBezTo>
                  <a:cubicBezTo>
                    <a:pt x="4261" y="2088"/>
                    <a:pt x="4428" y="1699"/>
                    <a:pt x="4454" y="1631"/>
                  </a:cubicBezTo>
                  <a:cubicBezTo>
                    <a:pt x="4509" y="1574"/>
                    <a:pt x="4814" y="1241"/>
                    <a:pt x="4748" y="950"/>
                  </a:cubicBezTo>
                  <a:cubicBezTo>
                    <a:pt x="4715" y="812"/>
                    <a:pt x="4671" y="729"/>
                    <a:pt x="4606" y="694"/>
                  </a:cubicBezTo>
                  <a:cubicBezTo>
                    <a:pt x="4580" y="679"/>
                    <a:pt x="4554" y="674"/>
                    <a:pt x="4530" y="674"/>
                  </a:cubicBezTo>
                  <a:cubicBezTo>
                    <a:pt x="4496" y="674"/>
                    <a:pt x="4466" y="685"/>
                    <a:pt x="4444" y="692"/>
                  </a:cubicBezTo>
                  <a:lnTo>
                    <a:pt x="4454" y="741"/>
                  </a:lnTo>
                  <a:lnTo>
                    <a:pt x="4438" y="694"/>
                  </a:lnTo>
                  <a:cubicBezTo>
                    <a:pt x="4398" y="704"/>
                    <a:pt x="4076" y="731"/>
                    <a:pt x="3757" y="751"/>
                  </a:cubicBezTo>
                  <a:cubicBezTo>
                    <a:pt x="3835" y="628"/>
                    <a:pt x="3958" y="393"/>
                    <a:pt x="3908" y="221"/>
                  </a:cubicBezTo>
                  <a:cubicBezTo>
                    <a:pt x="3858" y="48"/>
                    <a:pt x="3784" y="7"/>
                    <a:pt x="3731" y="1"/>
                  </a:cubicBezTo>
                  <a:cubicBezTo>
                    <a:pt x="3727" y="1"/>
                    <a:pt x="3724" y="1"/>
                    <a:pt x="37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3"/>
            <p:cNvSpPr/>
            <p:nvPr/>
          </p:nvSpPr>
          <p:spPr>
            <a:xfrm flipH="1">
              <a:off x="6533668" y="4466816"/>
              <a:ext cx="340923" cy="130067"/>
            </a:xfrm>
            <a:custGeom>
              <a:rect b="b" l="l" r="r" t="t"/>
              <a:pathLst>
                <a:path extrusionOk="0" h="1691" w="4428">
                  <a:moveTo>
                    <a:pt x="125" y="0"/>
                  </a:moveTo>
                  <a:lnTo>
                    <a:pt x="103" y="579"/>
                  </a:lnTo>
                  <a:cubicBezTo>
                    <a:pt x="103" y="579"/>
                    <a:pt x="1" y="1444"/>
                    <a:pt x="103" y="1517"/>
                  </a:cubicBezTo>
                  <a:cubicBezTo>
                    <a:pt x="204" y="1589"/>
                    <a:pt x="1760" y="1661"/>
                    <a:pt x="1760" y="1661"/>
                  </a:cubicBezTo>
                  <a:lnTo>
                    <a:pt x="4043" y="1661"/>
                  </a:lnTo>
                  <a:cubicBezTo>
                    <a:pt x="4076" y="1681"/>
                    <a:pt x="4112" y="1690"/>
                    <a:pt x="4148" y="1690"/>
                  </a:cubicBezTo>
                  <a:cubicBezTo>
                    <a:pt x="4209" y="1690"/>
                    <a:pt x="4268" y="1663"/>
                    <a:pt x="4309" y="1612"/>
                  </a:cubicBezTo>
                  <a:cubicBezTo>
                    <a:pt x="4428" y="1468"/>
                    <a:pt x="4428" y="1110"/>
                    <a:pt x="4188" y="964"/>
                  </a:cubicBezTo>
                  <a:cubicBezTo>
                    <a:pt x="3949" y="818"/>
                    <a:pt x="3250" y="749"/>
                    <a:pt x="2938" y="579"/>
                  </a:cubicBezTo>
                  <a:cubicBezTo>
                    <a:pt x="2624" y="410"/>
                    <a:pt x="2169" y="220"/>
                    <a:pt x="2071" y="146"/>
                  </a:cubicBezTo>
                  <a:cubicBezTo>
                    <a:pt x="1976" y="74"/>
                    <a:pt x="125" y="0"/>
                    <a:pt x="1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3"/>
            <p:cNvSpPr/>
            <p:nvPr/>
          </p:nvSpPr>
          <p:spPr>
            <a:xfrm flipH="1">
              <a:off x="6531743" y="4463278"/>
              <a:ext cx="345696" cy="137605"/>
            </a:xfrm>
            <a:custGeom>
              <a:rect b="b" l="l" r="r" t="t"/>
              <a:pathLst>
                <a:path extrusionOk="0" h="1789" w="4490">
                  <a:moveTo>
                    <a:pt x="210" y="101"/>
                  </a:moveTo>
                  <a:cubicBezTo>
                    <a:pt x="906" y="127"/>
                    <a:pt x="1989" y="186"/>
                    <a:pt x="2079" y="233"/>
                  </a:cubicBezTo>
                  <a:cubicBezTo>
                    <a:pt x="2133" y="275"/>
                    <a:pt x="2281" y="344"/>
                    <a:pt x="2468" y="432"/>
                  </a:cubicBezTo>
                  <a:cubicBezTo>
                    <a:pt x="2626" y="506"/>
                    <a:pt x="2804" y="590"/>
                    <a:pt x="2951" y="670"/>
                  </a:cubicBezTo>
                  <a:cubicBezTo>
                    <a:pt x="3118" y="758"/>
                    <a:pt x="3377" y="818"/>
                    <a:pt x="3629" y="877"/>
                  </a:cubicBezTo>
                  <a:cubicBezTo>
                    <a:pt x="3867" y="933"/>
                    <a:pt x="4091" y="985"/>
                    <a:pt x="4201" y="1053"/>
                  </a:cubicBezTo>
                  <a:cubicBezTo>
                    <a:pt x="4321" y="1124"/>
                    <a:pt x="4357" y="1249"/>
                    <a:pt x="4369" y="1318"/>
                  </a:cubicBezTo>
                  <a:cubicBezTo>
                    <a:pt x="4387" y="1436"/>
                    <a:pt x="4363" y="1560"/>
                    <a:pt x="4306" y="1628"/>
                  </a:cubicBezTo>
                  <a:cubicBezTo>
                    <a:pt x="4276" y="1666"/>
                    <a:pt x="4232" y="1687"/>
                    <a:pt x="4186" y="1687"/>
                  </a:cubicBezTo>
                  <a:cubicBezTo>
                    <a:pt x="4159" y="1687"/>
                    <a:pt x="4132" y="1679"/>
                    <a:pt x="4107" y="1664"/>
                  </a:cubicBezTo>
                  <a:cubicBezTo>
                    <a:pt x="4099" y="1658"/>
                    <a:pt x="4091" y="1657"/>
                    <a:pt x="4082" y="1657"/>
                  </a:cubicBezTo>
                  <a:lnTo>
                    <a:pt x="1799" y="1657"/>
                  </a:lnTo>
                  <a:cubicBezTo>
                    <a:pt x="1068" y="1623"/>
                    <a:pt x="246" y="1564"/>
                    <a:pt x="170" y="1524"/>
                  </a:cubicBezTo>
                  <a:cubicBezTo>
                    <a:pt x="125" y="1467"/>
                    <a:pt x="145" y="1016"/>
                    <a:pt x="188" y="631"/>
                  </a:cubicBezTo>
                  <a:lnTo>
                    <a:pt x="188" y="627"/>
                  </a:lnTo>
                  <a:lnTo>
                    <a:pt x="210" y="101"/>
                  </a:lnTo>
                  <a:close/>
                  <a:moveTo>
                    <a:pt x="162" y="0"/>
                  </a:moveTo>
                  <a:cubicBezTo>
                    <a:pt x="133" y="0"/>
                    <a:pt x="116" y="22"/>
                    <a:pt x="113" y="49"/>
                  </a:cubicBezTo>
                  <a:lnTo>
                    <a:pt x="89" y="622"/>
                  </a:lnTo>
                  <a:cubicBezTo>
                    <a:pt x="51" y="957"/>
                    <a:pt x="1" y="1527"/>
                    <a:pt x="110" y="1605"/>
                  </a:cubicBezTo>
                  <a:cubicBezTo>
                    <a:pt x="213" y="1681"/>
                    <a:pt x="1425" y="1741"/>
                    <a:pt x="1797" y="1759"/>
                  </a:cubicBezTo>
                  <a:lnTo>
                    <a:pt x="4067" y="1759"/>
                  </a:lnTo>
                  <a:cubicBezTo>
                    <a:pt x="4105" y="1778"/>
                    <a:pt x="4147" y="1788"/>
                    <a:pt x="4186" y="1788"/>
                  </a:cubicBezTo>
                  <a:cubicBezTo>
                    <a:pt x="4262" y="1788"/>
                    <a:pt x="4335" y="1753"/>
                    <a:pt x="4384" y="1694"/>
                  </a:cubicBezTo>
                  <a:cubicBezTo>
                    <a:pt x="4458" y="1602"/>
                    <a:pt x="4490" y="1452"/>
                    <a:pt x="4466" y="1305"/>
                  </a:cubicBezTo>
                  <a:cubicBezTo>
                    <a:pt x="4443" y="1157"/>
                    <a:pt x="4365" y="1040"/>
                    <a:pt x="4251" y="970"/>
                  </a:cubicBezTo>
                  <a:cubicBezTo>
                    <a:pt x="4126" y="894"/>
                    <a:pt x="3896" y="841"/>
                    <a:pt x="3650" y="783"/>
                  </a:cubicBezTo>
                  <a:cubicBezTo>
                    <a:pt x="3405" y="726"/>
                    <a:pt x="3152" y="667"/>
                    <a:pt x="2999" y="584"/>
                  </a:cubicBezTo>
                  <a:cubicBezTo>
                    <a:pt x="2850" y="503"/>
                    <a:pt x="2668" y="419"/>
                    <a:pt x="2511" y="342"/>
                  </a:cubicBezTo>
                  <a:cubicBezTo>
                    <a:pt x="2344" y="264"/>
                    <a:pt x="2187" y="191"/>
                    <a:pt x="2139" y="155"/>
                  </a:cubicBezTo>
                  <a:cubicBezTo>
                    <a:pt x="2041" y="82"/>
                    <a:pt x="725" y="23"/>
                    <a:pt x="165" y="1"/>
                  </a:cubicBezTo>
                  <a:cubicBezTo>
                    <a:pt x="164" y="0"/>
                    <a:pt x="163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3"/>
            <p:cNvSpPr/>
            <p:nvPr/>
          </p:nvSpPr>
          <p:spPr>
            <a:xfrm flipH="1">
              <a:off x="6538595" y="4557731"/>
              <a:ext cx="331453" cy="39613"/>
            </a:xfrm>
            <a:custGeom>
              <a:rect b="b" l="l" r="r" t="t"/>
              <a:pathLst>
                <a:path extrusionOk="0" h="515" w="4305">
                  <a:moveTo>
                    <a:pt x="1" y="0"/>
                  </a:moveTo>
                  <a:cubicBezTo>
                    <a:pt x="1" y="168"/>
                    <a:pt x="7" y="314"/>
                    <a:pt x="44" y="342"/>
                  </a:cubicBezTo>
                  <a:cubicBezTo>
                    <a:pt x="145" y="414"/>
                    <a:pt x="1701" y="486"/>
                    <a:pt x="1701" y="486"/>
                  </a:cubicBezTo>
                  <a:lnTo>
                    <a:pt x="3984" y="486"/>
                  </a:lnTo>
                  <a:cubicBezTo>
                    <a:pt x="4017" y="505"/>
                    <a:pt x="4054" y="515"/>
                    <a:pt x="4090" y="515"/>
                  </a:cubicBezTo>
                  <a:cubicBezTo>
                    <a:pt x="4151" y="515"/>
                    <a:pt x="4211" y="488"/>
                    <a:pt x="4251" y="436"/>
                  </a:cubicBezTo>
                  <a:cubicBezTo>
                    <a:pt x="4276" y="405"/>
                    <a:pt x="4295" y="369"/>
                    <a:pt x="4304" y="329"/>
                  </a:cubicBezTo>
                  <a:lnTo>
                    <a:pt x="4304" y="329"/>
                  </a:lnTo>
                  <a:cubicBezTo>
                    <a:pt x="4020" y="354"/>
                    <a:pt x="3601" y="384"/>
                    <a:pt x="3196" y="384"/>
                  </a:cubicBezTo>
                  <a:cubicBezTo>
                    <a:pt x="2946" y="384"/>
                    <a:pt x="2701" y="373"/>
                    <a:pt x="2496" y="342"/>
                  </a:cubicBezTo>
                  <a:cubicBezTo>
                    <a:pt x="1893" y="252"/>
                    <a:pt x="602" y="7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3"/>
            <p:cNvSpPr/>
            <p:nvPr/>
          </p:nvSpPr>
          <p:spPr>
            <a:xfrm flipH="1">
              <a:off x="6534284" y="4553500"/>
              <a:ext cx="339383" cy="47689"/>
            </a:xfrm>
            <a:custGeom>
              <a:rect b="b" l="l" r="r" t="t"/>
              <a:pathLst>
                <a:path extrusionOk="0" h="620" w="4408">
                  <a:moveTo>
                    <a:pt x="98" y="108"/>
                  </a:moveTo>
                  <a:lnTo>
                    <a:pt x="98" y="108"/>
                  </a:lnTo>
                  <a:cubicBezTo>
                    <a:pt x="761" y="197"/>
                    <a:pt x="1962" y="357"/>
                    <a:pt x="2533" y="443"/>
                  </a:cubicBezTo>
                  <a:cubicBezTo>
                    <a:pt x="2729" y="473"/>
                    <a:pt x="2960" y="485"/>
                    <a:pt x="3197" y="487"/>
                  </a:cubicBezTo>
                  <a:lnTo>
                    <a:pt x="1750" y="487"/>
                  </a:lnTo>
                  <a:cubicBezTo>
                    <a:pt x="1018" y="455"/>
                    <a:pt x="195" y="396"/>
                    <a:pt x="121" y="357"/>
                  </a:cubicBezTo>
                  <a:cubicBezTo>
                    <a:pt x="107" y="337"/>
                    <a:pt x="99" y="254"/>
                    <a:pt x="98" y="108"/>
                  </a:cubicBezTo>
                  <a:close/>
                  <a:moveTo>
                    <a:pt x="4270" y="440"/>
                  </a:moveTo>
                  <a:lnTo>
                    <a:pt x="4270" y="440"/>
                  </a:lnTo>
                  <a:cubicBezTo>
                    <a:pt x="4267" y="446"/>
                    <a:pt x="4263" y="453"/>
                    <a:pt x="4257" y="457"/>
                  </a:cubicBezTo>
                  <a:cubicBezTo>
                    <a:pt x="4227" y="497"/>
                    <a:pt x="4183" y="518"/>
                    <a:pt x="4138" y="518"/>
                  </a:cubicBezTo>
                  <a:cubicBezTo>
                    <a:pt x="4111" y="518"/>
                    <a:pt x="4083" y="510"/>
                    <a:pt x="4058" y="494"/>
                  </a:cubicBezTo>
                  <a:cubicBezTo>
                    <a:pt x="4050" y="490"/>
                    <a:pt x="4042" y="487"/>
                    <a:pt x="4033" y="487"/>
                  </a:cubicBezTo>
                  <a:lnTo>
                    <a:pt x="3308" y="487"/>
                  </a:lnTo>
                  <a:cubicBezTo>
                    <a:pt x="3659" y="485"/>
                    <a:pt x="4013" y="461"/>
                    <a:pt x="4270" y="440"/>
                  </a:cubicBezTo>
                  <a:close/>
                  <a:moveTo>
                    <a:pt x="57" y="1"/>
                  </a:moveTo>
                  <a:cubicBezTo>
                    <a:pt x="42" y="1"/>
                    <a:pt x="27" y="5"/>
                    <a:pt x="17" y="14"/>
                  </a:cubicBezTo>
                  <a:cubicBezTo>
                    <a:pt x="5" y="26"/>
                    <a:pt x="1" y="37"/>
                    <a:pt x="1" y="52"/>
                  </a:cubicBezTo>
                  <a:cubicBezTo>
                    <a:pt x="1" y="309"/>
                    <a:pt x="15" y="399"/>
                    <a:pt x="63" y="435"/>
                  </a:cubicBezTo>
                  <a:cubicBezTo>
                    <a:pt x="166" y="512"/>
                    <a:pt x="1379" y="572"/>
                    <a:pt x="1750" y="589"/>
                  </a:cubicBezTo>
                  <a:lnTo>
                    <a:pt x="4020" y="589"/>
                  </a:lnTo>
                  <a:cubicBezTo>
                    <a:pt x="4058" y="611"/>
                    <a:pt x="4099" y="620"/>
                    <a:pt x="4139" y="620"/>
                  </a:cubicBezTo>
                  <a:cubicBezTo>
                    <a:pt x="4216" y="620"/>
                    <a:pt x="4289" y="586"/>
                    <a:pt x="4338" y="521"/>
                  </a:cubicBezTo>
                  <a:cubicBezTo>
                    <a:pt x="4367" y="484"/>
                    <a:pt x="4388" y="441"/>
                    <a:pt x="4401" y="396"/>
                  </a:cubicBezTo>
                  <a:cubicBezTo>
                    <a:pt x="4407" y="379"/>
                    <a:pt x="4403" y="362"/>
                    <a:pt x="4392" y="350"/>
                  </a:cubicBezTo>
                  <a:cubicBezTo>
                    <a:pt x="4383" y="338"/>
                    <a:pt x="4369" y="331"/>
                    <a:pt x="4354" y="331"/>
                  </a:cubicBezTo>
                  <a:cubicBezTo>
                    <a:pt x="4352" y="331"/>
                    <a:pt x="4351" y="331"/>
                    <a:pt x="4350" y="331"/>
                  </a:cubicBezTo>
                  <a:cubicBezTo>
                    <a:pt x="4077" y="356"/>
                    <a:pt x="3659" y="386"/>
                    <a:pt x="3253" y="386"/>
                  </a:cubicBezTo>
                  <a:cubicBezTo>
                    <a:pt x="3003" y="386"/>
                    <a:pt x="2757" y="375"/>
                    <a:pt x="2552" y="344"/>
                  </a:cubicBezTo>
                  <a:cubicBezTo>
                    <a:pt x="1964" y="256"/>
                    <a:pt x="708" y="88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3"/>
            <p:cNvSpPr/>
            <p:nvPr/>
          </p:nvSpPr>
          <p:spPr>
            <a:xfrm flipH="1">
              <a:off x="6700125" y="3540127"/>
              <a:ext cx="173541" cy="975237"/>
            </a:xfrm>
            <a:custGeom>
              <a:rect b="b" l="l" r="r" t="t"/>
              <a:pathLst>
                <a:path extrusionOk="0" h="12679" w="2254">
                  <a:moveTo>
                    <a:pt x="1008" y="1"/>
                  </a:moveTo>
                  <a:cubicBezTo>
                    <a:pt x="892" y="1"/>
                    <a:pt x="982" y="608"/>
                    <a:pt x="982" y="608"/>
                  </a:cubicBezTo>
                  <a:cubicBezTo>
                    <a:pt x="982" y="608"/>
                    <a:pt x="910" y="2602"/>
                    <a:pt x="742" y="4024"/>
                  </a:cubicBezTo>
                  <a:cubicBezTo>
                    <a:pt x="572" y="5446"/>
                    <a:pt x="453" y="7413"/>
                    <a:pt x="239" y="8423"/>
                  </a:cubicBezTo>
                  <a:cubicBezTo>
                    <a:pt x="26" y="9432"/>
                    <a:pt x="1" y="11115"/>
                    <a:pt x="1" y="11115"/>
                  </a:cubicBezTo>
                  <a:lnTo>
                    <a:pt x="120" y="12053"/>
                  </a:lnTo>
                  <a:cubicBezTo>
                    <a:pt x="80" y="12143"/>
                    <a:pt x="64" y="12243"/>
                    <a:pt x="71" y="12341"/>
                  </a:cubicBezTo>
                  <a:cubicBezTo>
                    <a:pt x="88" y="12437"/>
                    <a:pt x="96" y="12533"/>
                    <a:pt x="96" y="12630"/>
                  </a:cubicBezTo>
                  <a:cubicBezTo>
                    <a:pt x="96" y="12630"/>
                    <a:pt x="71" y="12679"/>
                    <a:pt x="864" y="12679"/>
                  </a:cubicBezTo>
                  <a:cubicBezTo>
                    <a:pt x="1659" y="12679"/>
                    <a:pt x="1869" y="12560"/>
                    <a:pt x="1869" y="12560"/>
                  </a:cubicBezTo>
                  <a:cubicBezTo>
                    <a:pt x="1869" y="12560"/>
                    <a:pt x="2254" y="12511"/>
                    <a:pt x="1918" y="10396"/>
                  </a:cubicBezTo>
                  <a:cubicBezTo>
                    <a:pt x="1580" y="8280"/>
                    <a:pt x="1533" y="6072"/>
                    <a:pt x="1533" y="4458"/>
                  </a:cubicBezTo>
                  <a:cubicBezTo>
                    <a:pt x="1533" y="2845"/>
                    <a:pt x="1678" y="1190"/>
                    <a:pt x="1243" y="323"/>
                  </a:cubicBezTo>
                  <a:cubicBezTo>
                    <a:pt x="1125" y="87"/>
                    <a:pt x="1052" y="1"/>
                    <a:pt x="10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3"/>
            <p:cNvSpPr/>
            <p:nvPr/>
          </p:nvSpPr>
          <p:spPr>
            <a:xfrm flipH="1">
              <a:off x="6703051" y="3536358"/>
              <a:ext cx="174542" cy="983006"/>
            </a:xfrm>
            <a:custGeom>
              <a:rect b="b" l="l" r="r" t="t"/>
              <a:pathLst>
                <a:path extrusionOk="0" h="12780" w="2267">
                  <a:moveTo>
                    <a:pt x="1066" y="105"/>
                  </a:moveTo>
                  <a:cubicBezTo>
                    <a:pt x="1086" y="120"/>
                    <a:pt x="1142" y="178"/>
                    <a:pt x="1250" y="394"/>
                  </a:cubicBezTo>
                  <a:cubicBezTo>
                    <a:pt x="1589" y="1074"/>
                    <a:pt x="1567" y="2263"/>
                    <a:pt x="1545" y="3523"/>
                  </a:cubicBezTo>
                  <a:cubicBezTo>
                    <a:pt x="1540" y="3844"/>
                    <a:pt x="1534" y="4179"/>
                    <a:pt x="1534" y="4507"/>
                  </a:cubicBezTo>
                  <a:cubicBezTo>
                    <a:pt x="1534" y="6018"/>
                    <a:pt x="1573" y="8280"/>
                    <a:pt x="1919" y="10453"/>
                  </a:cubicBezTo>
                  <a:cubicBezTo>
                    <a:pt x="2233" y="12424"/>
                    <a:pt x="1911" y="12559"/>
                    <a:pt x="1913" y="12559"/>
                  </a:cubicBezTo>
                  <a:cubicBezTo>
                    <a:pt x="1909" y="12559"/>
                    <a:pt x="1901" y="12560"/>
                    <a:pt x="1895" y="12564"/>
                  </a:cubicBezTo>
                  <a:cubicBezTo>
                    <a:pt x="1891" y="12566"/>
                    <a:pt x="1674" y="12678"/>
                    <a:pt x="914" y="12678"/>
                  </a:cubicBezTo>
                  <a:cubicBezTo>
                    <a:pt x="408" y="12678"/>
                    <a:pt x="245" y="12657"/>
                    <a:pt x="195" y="12647"/>
                  </a:cubicBezTo>
                  <a:cubicBezTo>
                    <a:pt x="193" y="12559"/>
                    <a:pt x="186" y="12470"/>
                    <a:pt x="171" y="12390"/>
                  </a:cubicBezTo>
                  <a:cubicBezTo>
                    <a:pt x="164" y="12301"/>
                    <a:pt x="178" y="12208"/>
                    <a:pt x="215" y="12125"/>
                  </a:cubicBezTo>
                  <a:cubicBezTo>
                    <a:pt x="218" y="12118"/>
                    <a:pt x="221" y="12109"/>
                    <a:pt x="218" y="12100"/>
                  </a:cubicBezTo>
                  <a:lnTo>
                    <a:pt x="99" y="11169"/>
                  </a:lnTo>
                  <a:cubicBezTo>
                    <a:pt x="99" y="11153"/>
                    <a:pt x="128" y="9481"/>
                    <a:pt x="339" y="8487"/>
                  </a:cubicBezTo>
                  <a:cubicBezTo>
                    <a:pt x="479" y="7829"/>
                    <a:pt x="578" y="6759"/>
                    <a:pt x="675" y="5723"/>
                  </a:cubicBezTo>
                  <a:cubicBezTo>
                    <a:pt x="727" y="5163"/>
                    <a:pt x="783" y="4584"/>
                    <a:pt x="842" y="4083"/>
                  </a:cubicBezTo>
                  <a:cubicBezTo>
                    <a:pt x="1010" y="2673"/>
                    <a:pt x="1083" y="680"/>
                    <a:pt x="1083" y="660"/>
                  </a:cubicBezTo>
                  <a:lnTo>
                    <a:pt x="1083" y="651"/>
                  </a:lnTo>
                  <a:cubicBezTo>
                    <a:pt x="1046" y="403"/>
                    <a:pt x="1041" y="164"/>
                    <a:pt x="1066" y="105"/>
                  </a:cubicBezTo>
                  <a:close/>
                  <a:moveTo>
                    <a:pt x="1062" y="1"/>
                  </a:moveTo>
                  <a:cubicBezTo>
                    <a:pt x="1053" y="1"/>
                    <a:pt x="1044" y="2"/>
                    <a:pt x="1035" y="5"/>
                  </a:cubicBezTo>
                  <a:cubicBezTo>
                    <a:pt x="940" y="35"/>
                    <a:pt x="923" y="256"/>
                    <a:pt x="983" y="661"/>
                  </a:cubicBezTo>
                  <a:cubicBezTo>
                    <a:pt x="980" y="770"/>
                    <a:pt x="906" y="2701"/>
                    <a:pt x="744" y="4071"/>
                  </a:cubicBezTo>
                  <a:cubicBezTo>
                    <a:pt x="682" y="4572"/>
                    <a:pt x="629" y="5153"/>
                    <a:pt x="576" y="5714"/>
                  </a:cubicBezTo>
                  <a:cubicBezTo>
                    <a:pt x="479" y="6746"/>
                    <a:pt x="379" y="7815"/>
                    <a:pt x="240" y="8464"/>
                  </a:cubicBezTo>
                  <a:cubicBezTo>
                    <a:pt x="27" y="9468"/>
                    <a:pt x="0" y="11151"/>
                    <a:pt x="0" y="11175"/>
                  </a:cubicBezTo>
                  <a:lnTo>
                    <a:pt x="119" y="12097"/>
                  </a:lnTo>
                  <a:cubicBezTo>
                    <a:pt x="81" y="12192"/>
                    <a:pt x="63" y="12296"/>
                    <a:pt x="74" y="12402"/>
                  </a:cubicBezTo>
                  <a:cubicBezTo>
                    <a:pt x="90" y="12494"/>
                    <a:pt x="97" y="12588"/>
                    <a:pt x="97" y="12682"/>
                  </a:cubicBezTo>
                  <a:cubicBezTo>
                    <a:pt x="97" y="12691"/>
                    <a:pt x="99" y="12701"/>
                    <a:pt x="105" y="12709"/>
                  </a:cubicBezTo>
                  <a:cubicBezTo>
                    <a:pt x="121" y="12737"/>
                    <a:pt x="147" y="12780"/>
                    <a:pt x="915" y="12780"/>
                  </a:cubicBezTo>
                  <a:cubicBezTo>
                    <a:pt x="1645" y="12780"/>
                    <a:pt x="1894" y="12676"/>
                    <a:pt x="1941" y="12657"/>
                  </a:cubicBezTo>
                  <a:cubicBezTo>
                    <a:pt x="1957" y="12654"/>
                    <a:pt x="1991" y="12637"/>
                    <a:pt x="2023" y="12592"/>
                  </a:cubicBezTo>
                  <a:cubicBezTo>
                    <a:pt x="2130" y="12455"/>
                    <a:pt x="2267" y="11988"/>
                    <a:pt x="2021" y="10439"/>
                  </a:cubicBezTo>
                  <a:cubicBezTo>
                    <a:pt x="1676" y="8273"/>
                    <a:pt x="1636" y="6018"/>
                    <a:pt x="1636" y="4509"/>
                  </a:cubicBezTo>
                  <a:cubicBezTo>
                    <a:pt x="1636" y="4180"/>
                    <a:pt x="1640" y="3849"/>
                    <a:pt x="1646" y="3526"/>
                  </a:cubicBezTo>
                  <a:cubicBezTo>
                    <a:pt x="1668" y="2253"/>
                    <a:pt x="1690" y="1052"/>
                    <a:pt x="1341" y="352"/>
                  </a:cubicBezTo>
                  <a:cubicBezTo>
                    <a:pt x="1202" y="75"/>
                    <a:pt x="1126" y="1"/>
                    <a:pt x="10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3"/>
            <p:cNvSpPr/>
            <p:nvPr/>
          </p:nvSpPr>
          <p:spPr>
            <a:xfrm flipH="1">
              <a:off x="6383609" y="4467969"/>
              <a:ext cx="363174" cy="131529"/>
            </a:xfrm>
            <a:custGeom>
              <a:rect b="b" l="l" r="r" t="t"/>
              <a:pathLst>
                <a:path extrusionOk="0" h="1710" w="4717">
                  <a:moveTo>
                    <a:pt x="2368" y="1"/>
                  </a:moveTo>
                  <a:cubicBezTo>
                    <a:pt x="1736" y="1"/>
                    <a:pt x="0" y="470"/>
                    <a:pt x="0" y="470"/>
                  </a:cubicBezTo>
                  <a:cubicBezTo>
                    <a:pt x="0" y="470"/>
                    <a:pt x="6" y="1575"/>
                    <a:pt x="102" y="1648"/>
                  </a:cubicBezTo>
                  <a:cubicBezTo>
                    <a:pt x="162" y="1693"/>
                    <a:pt x="336" y="1710"/>
                    <a:pt x="631" y="1710"/>
                  </a:cubicBezTo>
                  <a:cubicBezTo>
                    <a:pt x="805" y="1710"/>
                    <a:pt x="1021" y="1704"/>
                    <a:pt x="1279" y="1695"/>
                  </a:cubicBezTo>
                  <a:cubicBezTo>
                    <a:pt x="1448" y="1689"/>
                    <a:pt x="1724" y="1688"/>
                    <a:pt x="2048" y="1688"/>
                  </a:cubicBezTo>
                  <a:cubicBezTo>
                    <a:pt x="2407" y="1688"/>
                    <a:pt x="2823" y="1689"/>
                    <a:pt x="3214" y="1689"/>
                  </a:cubicBezTo>
                  <a:cubicBezTo>
                    <a:pt x="3937" y="1689"/>
                    <a:pt x="4573" y="1683"/>
                    <a:pt x="4597" y="1648"/>
                  </a:cubicBezTo>
                  <a:cubicBezTo>
                    <a:pt x="4646" y="1575"/>
                    <a:pt x="4716" y="1404"/>
                    <a:pt x="4646" y="1310"/>
                  </a:cubicBezTo>
                  <a:cubicBezTo>
                    <a:pt x="4573" y="1216"/>
                    <a:pt x="3179" y="615"/>
                    <a:pt x="3179" y="615"/>
                  </a:cubicBezTo>
                  <a:lnTo>
                    <a:pt x="2506" y="12"/>
                  </a:lnTo>
                  <a:cubicBezTo>
                    <a:pt x="2469" y="4"/>
                    <a:pt x="2423" y="1"/>
                    <a:pt x="2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3"/>
            <p:cNvSpPr/>
            <p:nvPr/>
          </p:nvSpPr>
          <p:spPr>
            <a:xfrm flipH="1">
              <a:off x="6378220" y="4464047"/>
              <a:ext cx="372105" cy="139451"/>
            </a:xfrm>
            <a:custGeom>
              <a:rect b="b" l="l" r="r" t="t"/>
              <a:pathLst>
                <a:path extrusionOk="0" h="1813" w="4833">
                  <a:moveTo>
                    <a:pt x="2412" y="100"/>
                  </a:moveTo>
                  <a:cubicBezTo>
                    <a:pt x="2458" y="100"/>
                    <a:pt x="2497" y="103"/>
                    <a:pt x="2530" y="108"/>
                  </a:cubicBezTo>
                  <a:lnTo>
                    <a:pt x="3191" y="702"/>
                  </a:lnTo>
                  <a:cubicBezTo>
                    <a:pt x="3196" y="705"/>
                    <a:pt x="3199" y="708"/>
                    <a:pt x="3204" y="711"/>
                  </a:cubicBezTo>
                  <a:cubicBezTo>
                    <a:pt x="3862" y="997"/>
                    <a:pt x="4593" y="1332"/>
                    <a:pt x="4650" y="1392"/>
                  </a:cubicBezTo>
                  <a:cubicBezTo>
                    <a:pt x="4700" y="1457"/>
                    <a:pt x="4650" y="1591"/>
                    <a:pt x="4608" y="1660"/>
                  </a:cubicBezTo>
                  <a:cubicBezTo>
                    <a:pt x="4500" y="1686"/>
                    <a:pt x="3823" y="1690"/>
                    <a:pt x="3166" y="1690"/>
                  </a:cubicBezTo>
                  <a:cubicBezTo>
                    <a:pt x="2992" y="1690"/>
                    <a:pt x="2820" y="1690"/>
                    <a:pt x="2661" y="1690"/>
                  </a:cubicBezTo>
                  <a:cubicBezTo>
                    <a:pt x="2460" y="1690"/>
                    <a:pt x="2263" y="1689"/>
                    <a:pt x="2081" y="1689"/>
                  </a:cubicBezTo>
                  <a:cubicBezTo>
                    <a:pt x="1762" y="1689"/>
                    <a:pt x="1490" y="1691"/>
                    <a:pt x="1324" y="1697"/>
                  </a:cubicBezTo>
                  <a:cubicBezTo>
                    <a:pt x="1096" y="1705"/>
                    <a:pt x="869" y="1712"/>
                    <a:pt x="677" y="1712"/>
                  </a:cubicBezTo>
                  <a:cubicBezTo>
                    <a:pt x="423" y="1712"/>
                    <a:pt x="231" y="1700"/>
                    <a:pt x="182" y="1662"/>
                  </a:cubicBezTo>
                  <a:cubicBezTo>
                    <a:pt x="133" y="1598"/>
                    <a:pt x="102" y="1059"/>
                    <a:pt x="98" y="559"/>
                  </a:cubicBezTo>
                  <a:cubicBezTo>
                    <a:pt x="354" y="491"/>
                    <a:pt x="1848" y="100"/>
                    <a:pt x="2412" y="100"/>
                  </a:cubicBezTo>
                  <a:close/>
                  <a:moveTo>
                    <a:pt x="2419" y="1"/>
                  </a:moveTo>
                  <a:cubicBezTo>
                    <a:pt x="1783" y="1"/>
                    <a:pt x="116" y="452"/>
                    <a:pt x="37" y="472"/>
                  </a:cubicBezTo>
                  <a:cubicBezTo>
                    <a:pt x="15" y="478"/>
                    <a:pt x="1" y="499"/>
                    <a:pt x="1" y="521"/>
                  </a:cubicBezTo>
                  <a:cubicBezTo>
                    <a:pt x="2" y="943"/>
                    <a:pt x="21" y="1663"/>
                    <a:pt x="120" y="1738"/>
                  </a:cubicBezTo>
                  <a:cubicBezTo>
                    <a:pt x="191" y="1791"/>
                    <a:pt x="363" y="1812"/>
                    <a:pt x="684" y="1812"/>
                  </a:cubicBezTo>
                  <a:cubicBezTo>
                    <a:pt x="854" y="1812"/>
                    <a:pt x="1068" y="1805"/>
                    <a:pt x="1333" y="1796"/>
                  </a:cubicBezTo>
                  <a:cubicBezTo>
                    <a:pt x="1516" y="1790"/>
                    <a:pt x="1833" y="1788"/>
                    <a:pt x="2199" y="1788"/>
                  </a:cubicBezTo>
                  <a:cubicBezTo>
                    <a:pt x="2349" y="1788"/>
                    <a:pt x="2506" y="1788"/>
                    <a:pt x="2667" y="1788"/>
                  </a:cubicBezTo>
                  <a:cubicBezTo>
                    <a:pt x="2831" y="1789"/>
                    <a:pt x="2981" y="1789"/>
                    <a:pt x="3120" y="1789"/>
                  </a:cubicBezTo>
                  <a:cubicBezTo>
                    <a:pt x="4486" y="1789"/>
                    <a:pt x="4655" y="1775"/>
                    <a:pt x="4689" y="1725"/>
                  </a:cubicBezTo>
                  <a:cubicBezTo>
                    <a:pt x="4736" y="1657"/>
                    <a:pt x="4833" y="1455"/>
                    <a:pt x="4736" y="1330"/>
                  </a:cubicBezTo>
                  <a:cubicBezTo>
                    <a:pt x="4662" y="1234"/>
                    <a:pt x="3595" y="767"/>
                    <a:pt x="3256" y="620"/>
                  </a:cubicBezTo>
                  <a:lnTo>
                    <a:pt x="2588" y="23"/>
                  </a:lnTo>
                  <a:cubicBezTo>
                    <a:pt x="2581" y="19"/>
                    <a:pt x="2574" y="14"/>
                    <a:pt x="2565" y="13"/>
                  </a:cubicBezTo>
                  <a:cubicBezTo>
                    <a:pt x="2526" y="5"/>
                    <a:pt x="2477" y="1"/>
                    <a:pt x="24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3"/>
            <p:cNvSpPr/>
            <p:nvPr/>
          </p:nvSpPr>
          <p:spPr>
            <a:xfrm flipH="1">
              <a:off x="6386150" y="4572191"/>
              <a:ext cx="357245" cy="27152"/>
            </a:xfrm>
            <a:custGeom>
              <a:rect b="b" l="l" r="r" t="t"/>
              <a:pathLst>
                <a:path extrusionOk="0" h="353" w="4640">
                  <a:moveTo>
                    <a:pt x="0" y="1"/>
                  </a:moveTo>
                  <a:cubicBezTo>
                    <a:pt x="15" y="153"/>
                    <a:pt x="36" y="269"/>
                    <a:pt x="64" y="291"/>
                  </a:cubicBezTo>
                  <a:cubicBezTo>
                    <a:pt x="128" y="336"/>
                    <a:pt x="304" y="352"/>
                    <a:pt x="602" y="352"/>
                  </a:cubicBezTo>
                  <a:cubicBezTo>
                    <a:pt x="774" y="352"/>
                    <a:pt x="986" y="347"/>
                    <a:pt x="1241" y="338"/>
                  </a:cubicBezTo>
                  <a:cubicBezTo>
                    <a:pt x="1415" y="332"/>
                    <a:pt x="1706" y="331"/>
                    <a:pt x="2046" y="331"/>
                  </a:cubicBezTo>
                  <a:cubicBezTo>
                    <a:pt x="2385" y="331"/>
                    <a:pt x="2773" y="332"/>
                    <a:pt x="3140" y="332"/>
                  </a:cubicBezTo>
                  <a:cubicBezTo>
                    <a:pt x="3876" y="332"/>
                    <a:pt x="4530" y="326"/>
                    <a:pt x="4554" y="291"/>
                  </a:cubicBezTo>
                  <a:cubicBezTo>
                    <a:pt x="4613" y="207"/>
                    <a:pt x="4640" y="104"/>
                    <a:pt x="46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3"/>
            <p:cNvSpPr/>
            <p:nvPr/>
          </p:nvSpPr>
          <p:spPr>
            <a:xfrm flipH="1">
              <a:off x="6382378" y="4568499"/>
              <a:ext cx="365098" cy="34767"/>
            </a:xfrm>
            <a:custGeom>
              <a:rect b="b" l="l" r="r" t="t"/>
              <a:pathLst>
                <a:path extrusionOk="0" h="452" w="4742">
                  <a:moveTo>
                    <a:pt x="4629" y="99"/>
                  </a:moveTo>
                  <a:cubicBezTo>
                    <a:pt x="4632" y="170"/>
                    <a:pt x="4612" y="239"/>
                    <a:pt x="4573" y="298"/>
                  </a:cubicBezTo>
                  <a:cubicBezTo>
                    <a:pt x="4474" y="324"/>
                    <a:pt x="3859" y="330"/>
                    <a:pt x="3234" y="330"/>
                  </a:cubicBezTo>
                  <a:cubicBezTo>
                    <a:pt x="3025" y="330"/>
                    <a:pt x="2816" y="330"/>
                    <a:pt x="2624" y="329"/>
                  </a:cubicBezTo>
                  <a:cubicBezTo>
                    <a:pt x="2486" y="329"/>
                    <a:pt x="2350" y="329"/>
                    <a:pt x="2220" y="329"/>
                  </a:cubicBezTo>
                  <a:cubicBezTo>
                    <a:pt x="1829" y="329"/>
                    <a:pt x="1487" y="330"/>
                    <a:pt x="1291" y="336"/>
                  </a:cubicBezTo>
                  <a:cubicBezTo>
                    <a:pt x="1054" y="345"/>
                    <a:pt x="826" y="352"/>
                    <a:pt x="635" y="352"/>
                  </a:cubicBezTo>
                  <a:cubicBezTo>
                    <a:pt x="386" y="352"/>
                    <a:pt x="202" y="340"/>
                    <a:pt x="149" y="302"/>
                  </a:cubicBezTo>
                  <a:cubicBezTo>
                    <a:pt x="146" y="296"/>
                    <a:pt x="127" y="265"/>
                    <a:pt x="109" y="100"/>
                  </a:cubicBezTo>
                  <a:lnTo>
                    <a:pt x="109" y="99"/>
                  </a:lnTo>
                  <a:close/>
                  <a:moveTo>
                    <a:pt x="52" y="0"/>
                  </a:moveTo>
                  <a:cubicBezTo>
                    <a:pt x="37" y="0"/>
                    <a:pt x="24" y="5"/>
                    <a:pt x="15" y="16"/>
                  </a:cubicBezTo>
                  <a:cubicBezTo>
                    <a:pt x="6" y="27"/>
                    <a:pt x="0" y="40"/>
                    <a:pt x="2" y="55"/>
                  </a:cubicBezTo>
                  <a:cubicBezTo>
                    <a:pt x="28" y="314"/>
                    <a:pt x="59" y="358"/>
                    <a:pt x="87" y="379"/>
                  </a:cubicBezTo>
                  <a:cubicBezTo>
                    <a:pt x="161" y="430"/>
                    <a:pt x="333" y="451"/>
                    <a:pt x="653" y="451"/>
                  </a:cubicBezTo>
                  <a:cubicBezTo>
                    <a:pt x="824" y="451"/>
                    <a:pt x="1036" y="445"/>
                    <a:pt x="1294" y="438"/>
                  </a:cubicBezTo>
                  <a:cubicBezTo>
                    <a:pt x="1478" y="432"/>
                    <a:pt x="1792" y="430"/>
                    <a:pt x="2157" y="430"/>
                  </a:cubicBezTo>
                  <a:cubicBezTo>
                    <a:pt x="2305" y="430"/>
                    <a:pt x="2462" y="430"/>
                    <a:pt x="2622" y="430"/>
                  </a:cubicBezTo>
                  <a:cubicBezTo>
                    <a:pt x="2829" y="431"/>
                    <a:pt x="3014" y="431"/>
                    <a:pt x="3180" y="431"/>
                  </a:cubicBezTo>
                  <a:cubicBezTo>
                    <a:pt x="4441" y="431"/>
                    <a:pt x="4612" y="415"/>
                    <a:pt x="4647" y="369"/>
                  </a:cubicBezTo>
                  <a:cubicBezTo>
                    <a:pt x="4713" y="274"/>
                    <a:pt x="4741" y="158"/>
                    <a:pt x="4725" y="44"/>
                  </a:cubicBezTo>
                  <a:cubicBezTo>
                    <a:pt x="4722" y="18"/>
                    <a:pt x="4702" y="0"/>
                    <a:pt x="46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3"/>
            <p:cNvSpPr/>
            <p:nvPr/>
          </p:nvSpPr>
          <p:spPr>
            <a:xfrm flipH="1">
              <a:off x="6490860" y="3190157"/>
              <a:ext cx="392431" cy="1334057"/>
            </a:xfrm>
            <a:custGeom>
              <a:rect b="b" l="l" r="r" t="t"/>
              <a:pathLst>
                <a:path extrusionOk="0" h="17344" w="5097">
                  <a:moveTo>
                    <a:pt x="5097" y="1"/>
                  </a:moveTo>
                  <a:lnTo>
                    <a:pt x="24" y="61"/>
                  </a:lnTo>
                  <a:cubicBezTo>
                    <a:pt x="24" y="61"/>
                    <a:pt x="0" y="2008"/>
                    <a:pt x="263" y="2609"/>
                  </a:cubicBezTo>
                  <a:cubicBezTo>
                    <a:pt x="526" y="3209"/>
                    <a:pt x="1106" y="5685"/>
                    <a:pt x="1249" y="6743"/>
                  </a:cubicBezTo>
                  <a:cubicBezTo>
                    <a:pt x="1393" y="7800"/>
                    <a:pt x="864" y="11215"/>
                    <a:pt x="1010" y="12774"/>
                  </a:cubicBezTo>
                  <a:cubicBezTo>
                    <a:pt x="1154" y="14335"/>
                    <a:pt x="1633" y="16262"/>
                    <a:pt x="1633" y="16262"/>
                  </a:cubicBezTo>
                  <a:cubicBezTo>
                    <a:pt x="1633" y="16262"/>
                    <a:pt x="1344" y="16429"/>
                    <a:pt x="1418" y="16620"/>
                  </a:cubicBezTo>
                  <a:cubicBezTo>
                    <a:pt x="1490" y="16812"/>
                    <a:pt x="1707" y="17342"/>
                    <a:pt x="1707" y="17342"/>
                  </a:cubicBezTo>
                  <a:cubicBezTo>
                    <a:pt x="1743" y="17343"/>
                    <a:pt x="1779" y="17344"/>
                    <a:pt x="1814" y="17344"/>
                  </a:cubicBezTo>
                  <a:cubicBezTo>
                    <a:pt x="2135" y="17344"/>
                    <a:pt x="2455" y="17303"/>
                    <a:pt x="2765" y="17223"/>
                  </a:cubicBezTo>
                  <a:cubicBezTo>
                    <a:pt x="3246" y="17080"/>
                    <a:pt x="4475" y="16721"/>
                    <a:pt x="4475" y="16721"/>
                  </a:cubicBezTo>
                  <a:cubicBezTo>
                    <a:pt x="4475" y="16721"/>
                    <a:pt x="4475" y="16311"/>
                    <a:pt x="4258" y="16069"/>
                  </a:cubicBezTo>
                  <a:cubicBezTo>
                    <a:pt x="4043" y="15830"/>
                    <a:pt x="3778" y="15637"/>
                    <a:pt x="3730" y="15374"/>
                  </a:cubicBezTo>
                  <a:cubicBezTo>
                    <a:pt x="3682" y="15108"/>
                    <a:pt x="3801" y="12271"/>
                    <a:pt x="4043" y="9266"/>
                  </a:cubicBezTo>
                  <a:cubicBezTo>
                    <a:pt x="4285" y="6261"/>
                    <a:pt x="4763" y="2440"/>
                    <a:pt x="4787" y="2272"/>
                  </a:cubicBezTo>
                  <a:cubicBezTo>
                    <a:pt x="4811" y="2104"/>
                    <a:pt x="5097" y="1"/>
                    <a:pt x="50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3"/>
            <p:cNvSpPr/>
            <p:nvPr/>
          </p:nvSpPr>
          <p:spPr>
            <a:xfrm flipH="1">
              <a:off x="6486856" y="3186311"/>
              <a:ext cx="400053" cy="1341980"/>
            </a:xfrm>
            <a:custGeom>
              <a:rect b="b" l="l" r="r" t="t"/>
              <a:pathLst>
                <a:path extrusionOk="0" h="17447" w="5196">
                  <a:moveTo>
                    <a:pt x="5085" y="104"/>
                  </a:moveTo>
                  <a:lnTo>
                    <a:pt x="5085" y="104"/>
                  </a:lnTo>
                  <a:cubicBezTo>
                    <a:pt x="5039" y="443"/>
                    <a:pt x="4805" y="2167"/>
                    <a:pt x="4782" y="2316"/>
                  </a:cubicBezTo>
                  <a:cubicBezTo>
                    <a:pt x="4753" y="2514"/>
                    <a:pt x="4274" y="6347"/>
                    <a:pt x="4037" y="9315"/>
                  </a:cubicBezTo>
                  <a:cubicBezTo>
                    <a:pt x="3798" y="12315"/>
                    <a:pt x="3676" y="15166"/>
                    <a:pt x="3726" y="15435"/>
                  </a:cubicBezTo>
                  <a:cubicBezTo>
                    <a:pt x="3766" y="15649"/>
                    <a:pt x="3928" y="15811"/>
                    <a:pt x="4102" y="15984"/>
                  </a:cubicBezTo>
                  <a:cubicBezTo>
                    <a:pt x="4156" y="16040"/>
                    <a:pt x="4214" y="16096"/>
                    <a:pt x="4267" y="16155"/>
                  </a:cubicBezTo>
                  <a:cubicBezTo>
                    <a:pt x="4432" y="16337"/>
                    <a:pt x="4464" y="16631"/>
                    <a:pt x="4470" y="16734"/>
                  </a:cubicBezTo>
                  <a:cubicBezTo>
                    <a:pt x="4259" y="16796"/>
                    <a:pt x="3228" y="17096"/>
                    <a:pt x="2799" y="17226"/>
                  </a:cubicBezTo>
                  <a:cubicBezTo>
                    <a:pt x="2494" y="17305"/>
                    <a:pt x="2180" y="17346"/>
                    <a:pt x="1865" y="17346"/>
                  </a:cubicBezTo>
                  <a:cubicBezTo>
                    <a:pt x="1840" y="17346"/>
                    <a:pt x="1814" y="17346"/>
                    <a:pt x="1788" y="17345"/>
                  </a:cubicBezTo>
                  <a:cubicBezTo>
                    <a:pt x="1742" y="17229"/>
                    <a:pt x="1574" y="16816"/>
                    <a:pt x="1508" y="16656"/>
                  </a:cubicBezTo>
                  <a:cubicBezTo>
                    <a:pt x="1452" y="16508"/>
                    <a:pt x="1701" y="16359"/>
                    <a:pt x="1702" y="16358"/>
                  </a:cubicBezTo>
                  <a:cubicBezTo>
                    <a:pt x="1723" y="16346"/>
                    <a:pt x="1732" y="16324"/>
                    <a:pt x="1727" y="16302"/>
                  </a:cubicBezTo>
                  <a:cubicBezTo>
                    <a:pt x="1723" y="16283"/>
                    <a:pt x="1246" y="14361"/>
                    <a:pt x="1104" y="12822"/>
                  </a:cubicBezTo>
                  <a:cubicBezTo>
                    <a:pt x="1030" y="12016"/>
                    <a:pt x="1135" y="10728"/>
                    <a:pt x="1237" y="9483"/>
                  </a:cubicBezTo>
                  <a:cubicBezTo>
                    <a:pt x="1330" y="8361"/>
                    <a:pt x="1415" y="7300"/>
                    <a:pt x="1346" y="6787"/>
                  </a:cubicBezTo>
                  <a:cubicBezTo>
                    <a:pt x="1204" y="5741"/>
                    <a:pt x="627" y="3256"/>
                    <a:pt x="357" y="2640"/>
                  </a:cubicBezTo>
                  <a:cubicBezTo>
                    <a:pt x="123" y="2110"/>
                    <a:pt x="118" y="469"/>
                    <a:pt x="121" y="163"/>
                  </a:cubicBezTo>
                  <a:lnTo>
                    <a:pt x="5085" y="104"/>
                  </a:lnTo>
                  <a:close/>
                  <a:moveTo>
                    <a:pt x="5142" y="1"/>
                  </a:moveTo>
                  <a:lnTo>
                    <a:pt x="71" y="60"/>
                  </a:lnTo>
                  <a:cubicBezTo>
                    <a:pt x="43" y="60"/>
                    <a:pt x="21" y="82"/>
                    <a:pt x="21" y="110"/>
                  </a:cubicBezTo>
                  <a:cubicBezTo>
                    <a:pt x="21" y="191"/>
                    <a:pt x="0" y="2076"/>
                    <a:pt x="265" y="2680"/>
                  </a:cubicBezTo>
                  <a:cubicBezTo>
                    <a:pt x="532" y="3289"/>
                    <a:pt x="1106" y="5760"/>
                    <a:pt x="1247" y="6801"/>
                  </a:cubicBezTo>
                  <a:cubicBezTo>
                    <a:pt x="1316" y="7303"/>
                    <a:pt x="1231" y="8357"/>
                    <a:pt x="1139" y="9474"/>
                  </a:cubicBezTo>
                  <a:cubicBezTo>
                    <a:pt x="1036" y="10722"/>
                    <a:pt x="932" y="12013"/>
                    <a:pt x="1007" y="12830"/>
                  </a:cubicBezTo>
                  <a:cubicBezTo>
                    <a:pt x="1139" y="14261"/>
                    <a:pt x="1559" y="16020"/>
                    <a:pt x="1624" y="16290"/>
                  </a:cubicBezTo>
                  <a:cubicBezTo>
                    <a:pt x="1543" y="16343"/>
                    <a:pt x="1347" y="16501"/>
                    <a:pt x="1418" y="16689"/>
                  </a:cubicBezTo>
                  <a:cubicBezTo>
                    <a:pt x="1489" y="16881"/>
                    <a:pt x="1705" y="17407"/>
                    <a:pt x="1707" y="17413"/>
                  </a:cubicBezTo>
                  <a:cubicBezTo>
                    <a:pt x="1716" y="17432"/>
                    <a:pt x="1732" y="17444"/>
                    <a:pt x="1752" y="17444"/>
                  </a:cubicBezTo>
                  <a:cubicBezTo>
                    <a:pt x="1788" y="17447"/>
                    <a:pt x="1825" y="17447"/>
                    <a:pt x="1860" y="17447"/>
                  </a:cubicBezTo>
                  <a:cubicBezTo>
                    <a:pt x="2186" y="17447"/>
                    <a:pt x="2510" y="17404"/>
                    <a:pt x="2827" y="17322"/>
                  </a:cubicBezTo>
                  <a:cubicBezTo>
                    <a:pt x="3309" y="17177"/>
                    <a:pt x="4536" y="16818"/>
                    <a:pt x="4536" y="16818"/>
                  </a:cubicBezTo>
                  <a:cubicBezTo>
                    <a:pt x="4558" y="16813"/>
                    <a:pt x="4573" y="16793"/>
                    <a:pt x="4573" y="16771"/>
                  </a:cubicBezTo>
                  <a:cubicBezTo>
                    <a:pt x="4573" y="16751"/>
                    <a:pt x="4570" y="16339"/>
                    <a:pt x="4345" y="16087"/>
                  </a:cubicBezTo>
                  <a:cubicBezTo>
                    <a:pt x="4289" y="16026"/>
                    <a:pt x="4231" y="15969"/>
                    <a:pt x="4175" y="15911"/>
                  </a:cubicBezTo>
                  <a:cubicBezTo>
                    <a:pt x="4013" y="15749"/>
                    <a:pt x="3860" y="15597"/>
                    <a:pt x="3826" y="15415"/>
                  </a:cubicBezTo>
                  <a:cubicBezTo>
                    <a:pt x="3779" y="15149"/>
                    <a:pt x="3900" y="12314"/>
                    <a:pt x="4140" y="9321"/>
                  </a:cubicBezTo>
                  <a:cubicBezTo>
                    <a:pt x="4377" y="6357"/>
                    <a:pt x="4856" y="2527"/>
                    <a:pt x="4884" y="2329"/>
                  </a:cubicBezTo>
                  <a:cubicBezTo>
                    <a:pt x="4908" y="2164"/>
                    <a:pt x="5189" y="79"/>
                    <a:pt x="5194" y="58"/>
                  </a:cubicBezTo>
                  <a:cubicBezTo>
                    <a:pt x="5195" y="44"/>
                    <a:pt x="5189" y="29"/>
                    <a:pt x="5180" y="17"/>
                  </a:cubicBezTo>
                  <a:cubicBezTo>
                    <a:pt x="5172" y="7"/>
                    <a:pt x="5158" y="2"/>
                    <a:pt x="5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3"/>
            <p:cNvSpPr/>
            <p:nvPr/>
          </p:nvSpPr>
          <p:spPr>
            <a:xfrm flipH="1">
              <a:off x="6600574" y="3010249"/>
              <a:ext cx="168614" cy="141913"/>
            </a:xfrm>
            <a:custGeom>
              <a:rect b="b" l="l" r="r" t="t"/>
              <a:pathLst>
                <a:path extrusionOk="0" h="1845" w="2190">
                  <a:moveTo>
                    <a:pt x="2026" y="1"/>
                  </a:moveTo>
                  <a:cubicBezTo>
                    <a:pt x="2012" y="1"/>
                    <a:pt x="1999" y="6"/>
                    <a:pt x="1989" y="17"/>
                  </a:cubicBezTo>
                  <a:cubicBezTo>
                    <a:pt x="1430" y="629"/>
                    <a:pt x="770" y="1124"/>
                    <a:pt x="30" y="1494"/>
                  </a:cubicBezTo>
                  <a:cubicBezTo>
                    <a:pt x="17" y="1501"/>
                    <a:pt x="8" y="1513"/>
                    <a:pt x="4" y="1525"/>
                  </a:cubicBezTo>
                  <a:cubicBezTo>
                    <a:pt x="1" y="1540"/>
                    <a:pt x="2" y="1553"/>
                    <a:pt x="10" y="1566"/>
                  </a:cubicBezTo>
                  <a:lnTo>
                    <a:pt x="157" y="1818"/>
                  </a:lnTo>
                  <a:cubicBezTo>
                    <a:pt x="166" y="1834"/>
                    <a:pt x="185" y="1845"/>
                    <a:pt x="201" y="1845"/>
                  </a:cubicBezTo>
                  <a:cubicBezTo>
                    <a:pt x="209" y="1845"/>
                    <a:pt x="218" y="1842"/>
                    <a:pt x="225" y="1837"/>
                  </a:cubicBezTo>
                  <a:cubicBezTo>
                    <a:pt x="288" y="1802"/>
                    <a:pt x="1794" y="1002"/>
                    <a:pt x="2176" y="262"/>
                  </a:cubicBezTo>
                  <a:cubicBezTo>
                    <a:pt x="2189" y="235"/>
                    <a:pt x="2178" y="206"/>
                    <a:pt x="2154" y="194"/>
                  </a:cubicBezTo>
                  <a:cubicBezTo>
                    <a:pt x="2147" y="190"/>
                    <a:pt x="2139" y="188"/>
                    <a:pt x="2131" y="188"/>
                  </a:cubicBezTo>
                  <a:cubicBezTo>
                    <a:pt x="2112" y="188"/>
                    <a:pt x="2095" y="199"/>
                    <a:pt x="2086" y="216"/>
                  </a:cubicBezTo>
                  <a:cubicBezTo>
                    <a:pt x="1755" y="860"/>
                    <a:pt x="471" y="1588"/>
                    <a:pt x="219" y="1724"/>
                  </a:cubicBezTo>
                  <a:lnTo>
                    <a:pt x="123" y="1560"/>
                  </a:lnTo>
                  <a:cubicBezTo>
                    <a:pt x="857" y="1189"/>
                    <a:pt x="1509" y="692"/>
                    <a:pt x="2064" y="85"/>
                  </a:cubicBezTo>
                  <a:cubicBezTo>
                    <a:pt x="2082" y="63"/>
                    <a:pt x="2080" y="32"/>
                    <a:pt x="2060" y="13"/>
                  </a:cubicBezTo>
                  <a:cubicBezTo>
                    <a:pt x="2050" y="5"/>
                    <a:pt x="2037" y="1"/>
                    <a:pt x="2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3"/>
            <p:cNvSpPr/>
            <p:nvPr/>
          </p:nvSpPr>
          <p:spPr>
            <a:xfrm flipH="1">
              <a:off x="6615126" y="3246537"/>
              <a:ext cx="80072" cy="168142"/>
            </a:xfrm>
            <a:custGeom>
              <a:rect b="b" l="l" r="r" t="t"/>
              <a:pathLst>
                <a:path extrusionOk="0" h="2186" w="1040">
                  <a:moveTo>
                    <a:pt x="993" y="0"/>
                  </a:moveTo>
                  <a:cubicBezTo>
                    <a:pt x="960" y="0"/>
                    <a:pt x="941" y="21"/>
                    <a:pt x="938" y="49"/>
                  </a:cubicBezTo>
                  <a:cubicBezTo>
                    <a:pt x="915" y="443"/>
                    <a:pt x="838" y="1154"/>
                    <a:pt x="583" y="1502"/>
                  </a:cubicBezTo>
                  <a:cubicBezTo>
                    <a:pt x="204" y="2018"/>
                    <a:pt x="42" y="2089"/>
                    <a:pt x="42" y="2089"/>
                  </a:cubicBezTo>
                  <a:cubicBezTo>
                    <a:pt x="16" y="2098"/>
                    <a:pt x="1" y="2127"/>
                    <a:pt x="10" y="2152"/>
                  </a:cubicBezTo>
                  <a:cubicBezTo>
                    <a:pt x="19" y="2173"/>
                    <a:pt x="38" y="2186"/>
                    <a:pt x="58" y="2186"/>
                  </a:cubicBezTo>
                  <a:cubicBezTo>
                    <a:pt x="63" y="2186"/>
                    <a:pt x="70" y="2186"/>
                    <a:pt x="75" y="2182"/>
                  </a:cubicBezTo>
                  <a:cubicBezTo>
                    <a:pt x="94" y="2176"/>
                    <a:pt x="265" y="2105"/>
                    <a:pt x="664" y="1561"/>
                  </a:cubicBezTo>
                  <a:cubicBezTo>
                    <a:pt x="920" y="1210"/>
                    <a:pt x="1010" y="547"/>
                    <a:pt x="1040" y="53"/>
                  </a:cubicBezTo>
                  <a:cubicBezTo>
                    <a:pt x="1040" y="27"/>
                    <a:pt x="1019" y="3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3"/>
            <p:cNvSpPr/>
            <p:nvPr/>
          </p:nvSpPr>
          <p:spPr>
            <a:xfrm flipH="1">
              <a:off x="6614048" y="3213847"/>
              <a:ext cx="7930" cy="20537"/>
            </a:xfrm>
            <a:custGeom>
              <a:rect b="b" l="l" r="r" t="t"/>
              <a:pathLst>
                <a:path extrusionOk="0" h="267" w="103">
                  <a:moveTo>
                    <a:pt x="50" y="1"/>
                  </a:moveTo>
                  <a:cubicBezTo>
                    <a:pt x="22" y="1"/>
                    <a:pt x="0" y="23"/>
                    <a:pt x="0" y="50"/>
                  </a:cubicBezTo>
                  <a:lnTo>
                    <a:pt x="0" y="216"/>
                  </a:lnTo>
                  <a:cubicBezTo>
                    <a:pt x="0" y="244"/>
                    <a:pt x="22" y="266"/>
                    <a:pt x="50" y="266"/>
                  </a:cubicBezTo>
                  <a:cubicBezTo>
                    <a:pt x="80" y="266"/>
                    <a:pt x="102" y="241"/>
                    <a:pt x="101" y="216"/>
                  </a:cubicBezTo>
                  <a:lnTo>
                    <a:pt x="101" y="50"/>
                  </a:lnTo>
                  <a:cubicBezTo>
                    <a:pt x="101" y="23"/>
                    <a:pt x="78" y="1"/>
                    <a:pt x="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3"/>
            <p:cNvSpPr/>
            <p:nvPr/>
          </p:nvSpPr>
          <p:spPr>
            <a:xfrm flipH="1">
              <a:off x="6655393" y="4265218"/>
              <a:ext cx="44964" cy="229676"/>
            </a:xfrm>
            <a:custGeom>
              <a:rect b="b" l="l" r="r" t="t"/>
              <a:pathLst>
                <a:path extrusionOk="0" h="2986" w="584">
                  <a:moveTo>
                    <a:pt x="54" y="1"/>
                  </a:moveTo>
                  <a:cubicBezTo>
                    <a:pt x="52" y="1"/>
                    <a:pt x="50" y="1"/>
                    <a:pt x="49" y="1"/>
                  </a:cubicBezTo>
                  <a:cubicBezTo>
                    <a:pt x="21" y="2"/>
                    <a:pt x="0" y="26"/>
                    <a:pt x="2" y="54"/>
                  </a:cubicBezTo>
                  <a:cubicBezTo>
                    <a:pt x="43" y="593"/>
                    <a:pt x="112" y="1277"/>
                    <a:pt x="208" y="1464"/>
                  </a:cubicBezTo>
                  <a:cubicBezTo>
                    <a:pt x="354" y="1741"/>
                    <a:pt x="296" y="1906"/>
                    <a:pt x="248" y="2054"/>
                  </a:cubicBezTo>
                  <a:cubicBezTo>
                    <a:pt x="220" y="2132"/>
                    <a:pt x="196" y="2206"/>
                    <a:pt x="203" y="2287"/>
                  </a:cubicBezTo>
                  <a:cubicBezTo>
                    <a:pt x="218" y="2421"/>
                    <a:pt x="314" y="2492"/>
                    <a:pt x="385" y="2540"/>
                  </a:cubicBezTo>
                  <a:cubicBezTo>
                    <a:pt x="451" y="2589"/>
                    <a:pt x="464" y="2604"/>
                    <a:pt x="458" y="2621"/>
                  </a:cubicBezTo>
                  <a:cubicBezTo>
                    <a:pt x="422" y="2720"/>
                    <a:pt x="382" y="2817"/>
                    <a:pt x="333" y="2912"/>
                  </a:cubicBezTo>
                  <a:cubicBezTo>
                    <a:pt x="321" y="2937"/>
                    <a:pt x="332" y="2966"/>
                    <a:pt x="355" y="2979"/>
                  </a:cubicBezTo>
                  <a:cubicBezTo>
                    <a:pt x="363" y="2982"/>
                    <a:pt x="370" y="2985"/>
                    <a:pt x="377" y="2985"/>
                  </a:cubicBezTo>
                  <a:cubicBezTo>
                    <a:pt x="396" y="2985"/>
                    <a:pt x="414" y="2973"/>
                    <a:pt x="424" y="2956"/>
                  </a:cubicBezTo>
                  <a:cubicBezTo>
                    <a:pt x="472" y="2857"/>
                    <a:pt x="516" y="2757"/>
                    <a:pt x="553" y="2654"/>
                  </a:cubicBezTo>
                  <a:cubicBezTo>
                    <a:pt x="584" y="2559"/>
                    <a:pt x="506" y="2502"/>
                    <a:pt x="442" y="2458"/>
                  </a:cubicBezTo>
                  <a:cubicBezTo>
                    <a:pt x="377" y="2412"/>
                    <a:pt x="311" y="2363"/>
                    <a:pt x="302" y="2275"/>
                  </a:cubicBezTo>
                  <a:cubicBezTo>
                    <a:pt x="296" y="2216"/>
                    <a:pt x="317" y="2156"/>
                    <a:pt x="340" y="2086"/>
                  </a:cubicBezTo>
                  <a:cubicBezTo>
                    <a:pt x="395" y="1929"/>
                    <a:pt x="461" y="1733"/>
                    <a:pt x="296" y="1419"/>
                  </a:cubicBezTo>
                  <a:cubicBezTo>
                    <a:pt x="228" y="1287"/>
                    <a:pt x="156" y="786"/>
                    <a:pt x="102" y="47"/>
                  </a:cubicBezTo>
                  <a:cubicBezTo>
                    <a:pt x="100" y="20"/>
                    <a:pt x="78" y="1"/>
                    <a:pt x="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3"/>
            <p:cNvSpPr/>
            <p:nvPr/>
          </p:nvSpPr>
          <p:spPr>
            <a:xfrm flipH="1">
              <a:off x="6675796" y="3319300"/>
              <a:ext cx="34955" cy="915241"/>
            </a:xfrm>
            <a:custGeom>
              <a:rect b="b" l="l" r="r" t="t"/>
              <a:pathLst>
                <a:path extrusionOk="0" h="11899" w="454">
                  <a:moveTo>
                    <a:pt x="161" y="0"/>
                  </a:moveTo>
                  <a:cubicBezTo>
                    <a:pt x="159" y="0"/>
                    <a:pt x="157" y="0"/>
                    <a:pt x="156" y="1"/>
                  </a:cubicBezTo>
                  <a:cubicBezTo>
                    <a:pt x="128" y="2"/>
                    <a:pt x="107" y="26"/>
                    <a:pt x="110" y="54"/>
                  </a:cubicBezTo>
                  <a:cubicBezTo>
                    <a:pt x="163" y="790"/>
                    <a:pt x="229" y="1713"/>
                    <a:pt x="274" y="2336"/>
                  </a:cubicBezTo>
                  <a:cubicBezTo>
                    <a:pt x="355" y="3496"/>
                    <a:pt x="277" y="6893"/>
                    <a:pt x="106" y="8180"/>
                  </a:cubicBezTo>
                  <a:cubicBezTo>
                    <a:pt x="1" y="8955"/>
                    <a:pt x="29" y="10626"/>
                    <a:pt x="100" y="11851"/>
                  </a:cubicBezTo>
                  <a:cubicBezTo>
                    <a:pt x="101" y="11879"/>
                    <a:pt x="125" y="11898"/>
                    <a:pt x="150" y="11898"/>
                  </a:cubicBezTo>
                  <a:lnTo>
                    <a:pt x="151" y="11898"/>
                  </a:lnTo>
                  <a:cubicBezTo>
                    <a:pt x="179" y="11897"/>
                    <a:pt x="201" y="11873"/>
                    <a:pt x="200" y="11845"/>
                  </a:cubicBezTo>
                  <a:cubicBezTo>
                    <a:pt x="128" y="10626"/>
                    <a:pt x="100" y="8962"/>
                    <a:pt x="206" y="8192"/>
                  </a:cubicBezTo>
                  <a:cubicBezTo>
                    <a:pt x="377" y="6902"/>
                    <a:pt x="453" y="3495"/>
                    <a:pt x="372" y="2329"/>
                  </a:cubicBezTo>
                  <a:cubicBezTo>
                    <a:pt x="328" y="1706"/>
                    <a:pt x="262" y="785"/>
                    <a:pt x="209" y="46"/>
                  </a:cubicBezTo>
                  <a:cubicBezTo>
                    <a:pt x="207" y="20"/>
                    <a:pt x="187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3"/>
            <p:cNvSpPr/>
            <p:nvPr/>
          </p:nvSpPr>
          <p:spPr>
            <a:xfrm flipH="1">
              <a:off x="6696892" y="3226462"/>
              <a:ext cx="12473" cy="66611"/>
            </a:xfrm>
            <a:custGeom>
              <a:rect b="b" l="l" r="r" t="t"/>
              <a:pathLst>
                <a:path extrusionOk="0" h="866" w="162">
                  <a:moveTo>
                    <a:pt x="52" y="0"/>
                  </a:moveTo>
                  <a:cubicBezTo>
                    <a:pt x="51" y="0"/>
                    <a:pt x="50" y="0"/>
                    <a:pt x="49" y="1"/>
                  </a:cubicBezTo>
                  <a:cubicBezTo>
                    <a:pt x="21" y="2"/>
                    <a:pt x="1" y="26"/>
                    <a:pt x="4" y="54"/>
                  </a:cubicBezTo>
                  <a:lnTo>
                    <a:pt x="60" y="820"/>
                  </a:lnTo>
                  <a:cubicBezTo>
                    <a:pt x="63" y="846"/>
                    <a:pt x="85" y="866"/>
                    <a:pt x="110" y="866"/>
                  </a:cubicBezTo>
                  <a:lnTo>
                    <a:pt x="114" y="866"/>
                  </a:lnTo>
                  <a:cubicBezTo>
                    <a:pt x="141" y="864"/>
                    <a:pt x="161" y="841"/>
                    <a:pt x="160" y="813"/>
                  </a:cubicBezTo>
                  <a:lnTo>
                    <a:pt x="102" y="46"/>
                  </a:lnTo>
                  <a:cubicBezTo>
                    <a:pt x="101" y="19"/>
                    <a:pt x="76" y="0"/>
                    <a:pt x="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06" name="Google Shape;306;p33"/>
          <p:cNvCxnSpPr/>
          <p:nvPr/>
        </p:nvCxnSpPr>
        <p:spPr>
          <a:xfrm>
            <a:off x="721650" y="3918175"/>
            <a:ext cx="4494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"/>
          <p:cNvSpPr txBox="1"/>
          <p:nvPr>
            <p:ph idx="2" type="subTitle"/>
          </p:nvPr>
        </p:nvSpPr>
        <p:spPr>
          <a:xfrm>
            <a:off x="3594300" y="359425"/>
            <a:ext cx="19554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191919"/>
                </a:solidFill>
                <a:latin typeface="Abel"/>
                <a:ea typeface="Abel"/>
                <a:cs typeface="Abel"/>
                <a:sym typeface="Abel"/>
              </a:rPr>
              <a:t>Recap!</a:t>
            </a:r>
            <a:endParaRPr b="1" sz="3300">
              <a:solidFill>
                <a:srgbClr val="191919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12" name="Google Shape;312;p34"/>
          <p:cNvSpPr txBox="1"/>
          <p:nvPr>
            <p:ph idx="4" type="subTitle"/>
          </p:nvPr>
        </p:nvSpPr>
        <p:spPr>
          <a:xfrm>
            <a:off x="4682167" y="898683"/>
            <a:ext cx="45108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Turn completing tasks into caring for your virtual pet.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 Management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create, prioritise, filter and track tasks, with timers to measure time spent. 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Gamified Rewards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completing work earns currency that can be spent on items for your pet.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Productivity Analytics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visualises task completion to help users understand their habits.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Social Experience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add friends and interact with the wider community.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Engagement Features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daily challenges, streaks, motivational quotes and reminders encourage users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646" y="1289700"/>
            <a:ext cx="2496550" cy="256409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4"/>
          <p:cNvSpPr txBox="1"/>
          <p:nvPr>
            <p:ph idx="2" type="subTitle"/>
          </p:nvPr>
        </p:nvSpPr>
        <p:spPr>
          <a:xfrm>
            <a:off x="1252225" y="4172700"/>
            <a:ext cx="19554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Pawgress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"/>
          <p:cNvSpPr txBox="1"/>
          <p:nvPr>
            <p:ph idx="2" type="subTitle"/>
          </p:nvPr>
        </p:nvSpPr>
        <p:spPr>
          <a:xfrm>
            <a:off x="3594300" y="359425"/>
            <a:ext cx="19554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191919"/>
                </a:solidFill>
                <a:latin typeface="Abel"/>
                <a:ea typeface="Abel"/>
                <a:cs typeface="Abel"/>
                <a:sym typeface="Abel"/>
              </a:rPr>
              <a:t>Recap!</a:t>
            </a:r>
            <a:endParaRPr b="1" sz="3300">
              <a:solidFill>
                <a:srgbClr val="191919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20" name="Google Shape;320;p35"/>
          <p:cNvSpPr txBox="1"/>
          <p:nvPr>
            <p:ph idx="4" type="subTitle"/>
          </p:nvPr>
        </p:nvSpPr>
        <p:spPr>
          <a:xfrm>
            <a:off x="2972400" y="666900"/>
            <a:ext cx="31992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Category : Productivity</a:t>
            </a:r>
            <a:endParaRPr/>
          </a:p>
        </p:txBody>
      </p:sp>
      <p:pic>
        <p:nvPicPr>
          <p:cNvPr id="321" name="Google Shape;3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646" y="1289700"/>
            <a:ext cx="2496550" cy="256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2822" y="1182388"/>
            <a:ext cx="2076863" cy="3692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5"/>
          <p:cNvSpPr txBox="1"/>
          <p:nvPr>
            <p:ph idx="2" type="subTitle"/>
          </p:nvPr>
        </p:nvSpPr>
        <p:spPr>
          <a:xfrm>
            <a:off x="1252225" y="4172700"/>
            <a:ext cx="19554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Pawgress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6"/>
          <p:cNvSpPr txBox="1"/>
          <p:nvPr>
            <p:ph idx="1" type="subTitle"/>
          </p:nvPr>
        </p:nvSpPr>
        <p:spPr>
          <a:xfrm>
            <a:off x="939925" y="416450"/>
            <a:ext cx="2732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</a:t>
            </a:r>
            <a:endParaRPr/>
          </a:p>
        </p:txBody>
      </p:sp>
      <p:sp>
        <p:nvSpPr>
          <p:cNvPr id="329" name="Google Shape;329;p36"/>
          <p:cNvSpPr txBox="1"/>
          <p:nvPr>
            <p:ph idx="2" type="subTitle"/>
          </p:nvPr>
        </p:nvSpPr>
        <p:spPr>
          <a:xfrm>
            <a:off x="5471650" y="416450"/>
            <a:ext cx="2732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</a:t>
            </a:r>
            <a:endParaRPr/>
          </a:p>
        </p:txBody>
      </p:sp>
      <p:sp>
        <p:nvSpPr>
          <p:cNvPr id="330" name="Google Shape;330;p36"/>
          <p:cNvSpPr txBox="1"/>
          <p:nvPr>
            <p:ph idx="3" type="subTitle"/>
          </p:nvPr>
        </p:nvSpPr>
        <p:spPr>
          <a:xfrm>
            <a:off x="614125" y="1109450"/>
            <a:ext cx="3384000" cy="35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Account Creation and Log-in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Pet selection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Daily Login (streaks)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Navigation bar to </a:t>
            </a:r>
            <a:r>
              <a:rPr lang="en" sz="1800"/>
              <a:t>switch</a:t>
            </a:r>
            <a:r>
              <a:rPr lang="en" sz="1800"/>
              <a:t> between tabs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Homepage, </a:t>
            </a:r>
            <a:r>
              <a:rPr lang="en" sz="1800"/>
              <a:t>compiled task list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Task List under Task tab, create, edit, do task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Task timer, tracks down how much time spent on each task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Basic designs</a:t>
            </a:r>
            <a:endParaRPr sz="1800"/>
          </a:p>
        </p:txBody>
      </p:sp>
      <p:sp>
        <p:nvSpPr>
          <p:cNvPr id="331" name="Google Shape;331;p36"/>
          <p:cNvSpPr txBox="1"/>
          <p:nvPr>
            <p:ph idx="4" type="subTitle"/>
          </p:nvPr>
        </p:nvSpPr>
        <p:spPr>
          <a:xfrm>
            <a:off x="5471650" y="965150"/>
            <a:ext cx="27324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Spen</a:t>
            </a:r>
            <a:r>
              <a:rPr lang="en" sz="1800"/>
              <a:t>ding of currency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Daily </a:t>
            </a:r>
            <a:r>
              <a:rPr lang="en" sz="1800"/>
              <a:t>Challenges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Task Analytics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Task Prioritising, Task Filtering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Notification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Changing profile picture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Dark theme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Friends system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Random motivational msg (quotes) using API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Firebase implementation</a:t>
            </a:r>
            <a:endParaRPr sz="1800"/>
          </a:p>
        </p:txBody>
      </p:sp>
      <p:sp>
        <p:nvSpPr>
          <p:cNvPr id="332" name="Google Shape;332;p36"/>
          <p:cNvSpPr txBox="1"/>
          <p:nvPr>
            <p:ph idx="1" type="subTitle"/>
          </p:nvPr>
        </p:nvSpPr>
        <p:spPr>
          <a:xfrm>
            <a:off x="3205800" y="416450"/>
            <a:ext cx="2732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 txBox="1"/>
          <p:nvPr/>
        </p:nvSpPr>
        <p:spPr>
          <a:xfrm>
            <a:off x="2818050" y="424050"/>
            <a:ext cx="3507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bel"/>
                <a:ea typeface="Abel"/>
                <a:cs typeface="Abel"/>
                <a:sym typeface="Abel"/>
              </a:rPr>
              <a:t>Tutorial</a:t>
            </a:r>
            <a:r>
              <a:rPr lang="en" sz="2500">
                <a:latin typeface="Abel"/>
                <a:ea typeface="Abel"/>
                <a:cs typeface="Abel"/>
                <a:sym typeface="Abel"/>
              </a:rPr>
              <a:t> Page &amp; Account</a:t>
            </a:r>
            <a:endParaRPr sz="25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38" name="Google Shape;338;p37"/>
          <p:cNvSpPr txBox="1"/>
          <p:nvPr/>
        </p:nvSpPr>
        <p:spPr>
          <a:xfrm>
            <a:off x="3220350" y="1172175"/>
            <a:ext cx="2703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Concepts Applied :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Tutorial Page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Viewpager 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Circle Indicator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Account ( Edit &amp; Creation )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TextWatcher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CardView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339" name="Google Shape;3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4300" y="345975"/>
            <a:ext cx="2099700" cy="4451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5993"/>
            <a:ext cx="2099700" cy="4451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8"/>
          <p:cNvSpPr txBox="1"/>
          <p:nvPr/>
        </p:nvSpPr>
        <p:spPr>
          <a:xfrm>
            <a:off x="2818050" y="403650"/>
            <a:ext cx="3507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bel"/>
                <a:ea typeface="Abel"/>
                <a:cs typeface="Abel"/>
                <a:sym typeface="Abel"/>
              </a:rPr>
              <a:t>Shop Inventory &amp; Game</a:t>
            </a:r>
            <a:endParaRPr sz="25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46" name="Google Shape;346;p38"/>
          <p:cNvSpPr txBox="1"/>
          <p:nvPr/>
        </p:nvSpPr>
        <p:spPr>
          <a:xfrm>
            <a:off x="2404500" y="1186500"/>
            <a:ext cx="2821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Concepts Applied :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Modal &amp; Persistent bottom sheet dialog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Horizontal ScrollView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Firebase Storage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Bitmap	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Android Animations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347" name="Google Shape;34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973338"/>
            <a:ext cx="1798301" cy="3812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8450" y="977738"/>
            <a:ext cx="1794149" cy="380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45425" y="973063"/>
            <a:ext cx="1798576" cy="381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9"/>
          <p:cNvSpPr txBox="1"/>
          <p:nvPr/>
        </p:nvSpPr>
        <p:spPr>
          <a:xfrm>
            <a:off x="2818050" y="403650"/>
            <a:ext cx="3507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bel"/>
                <a:ea typeface="Abel"/>
                <a:cs typeface="Abel"/>
                <a:sym typeface="Abel"/>
              </a:rPr>
              <a:t>Tasks</a:t>
            </a:r>
            <a:endParaRPr sz="25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55" name="Google Shape;355;p39"/>
          <p:cNvSpPr txBox="1"/>
          <p:nvPr/>
        </p:nvSpPr>
        <p:spPr>
          <a:xfrm>
            <a:off x="4217475" y="2906150"/>
            <a:ext cx="2588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bel"/>
                <a:ea typeface="Abel"/>
                <a:cs typeface="Abel"/>
                <a:sym typeface="Abel"/>
              </a:rPr>
              <a:t>New Concepts applied:</a:t>
            </a:r>
            <a:endParaRPr b="1"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Modal &amp; Persistent bottom sheet dialog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Nested Recycler View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Date Picker Dialog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Dropdown Spinner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356" name="Google Shape;35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6775" y="812125"/>
            <a:ext cx="2457225" cy="433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09599"/>
            <a:ext cx="2457225" cy="433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9"/>
          <p:cNvSpPr txBox="1"/>
          <p:nvPr/>
        </p:nvSpPr>
        <p:spPr>
          <a:xfrm>
            <a:off x="4217475" y="1303425"/>
            <a:ext cx="2588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bel"/>
                <a:ea typeface="Abel"/>
                <a:cs typeface="Abel"/>
                <a:sym typeface="Abel"/>
              </a:rPr>
              <a:t>Feature Changes:</a:t>
            </a:r>
            <a:endParaRPr b="1"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Set due date and task priority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Task filtering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Edit or delete tasks in task view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359" name="Google Shape;359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7875" y="1004400"/>
            <a:ext cx="2223375" cy="394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0"/>
          <p:cNvSpPr txBox="1"/>
          <p:nvPr/>
        </p:nvSpPr>
        <p:spPr>
          <a:xfrm>
            <a:off x="2268600" y="405675"/>
            <a:ext cx="460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Abel"/>
                <a:ea typeface="Abel"/>
                <a:cs typeface="Abel"/>
                <a:sym typeface="Abel"/>
              </a:rPr>
              <a:t>Friends</a:t>
            </a:r>
            <a:endParaRPr sz="25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65" name="Google Shape;365;p40"/>
          <p:cNvSpPr txBox="1"/>
          <p:nvPr/>
        </p:nvSpPr>
        <p:spPr>
          <a:xfrm>
            <a:off x="3451800" y="2048400"/>
            <a:ext cx="2240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bel"/>
                <a:ea typeface="Abel"/>
                <a:cs typeface="Abel"/>
                <a:sym typeface="Abel"/>
              </a:rPr>
              <a:t>New </a:t>
            </a:r>
            <a:r>
              <a:rPr b="1" lang="en">
                <a:latin typeface="Abel"/>
                <a:ea typeface="Abel"/>
                <a:cs typeface="Abel"/>
                <a:sym typeface="Abel"/>
              </a:rPr>
              <a:t>Concepts Applied: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Firebase Storage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Dialog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SearchView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366" name="Google Shape;366;p40"/>
          <p:cNvPicPr preferRelativeResize="0"/>
          <p:nvPr/>
        </p:nvPicPr>
        <p:blipFill rotWithShape="1">
          <a:blip r:embed="rId3">
            <a:alphaModFix/>
          </a:blip>
          <a:srcRect b="0" l="4557" r="7119" t="-1792"/>
          <a:stretch/>
        </p:blipFill>
        <p:spPr>
          <a:xfrm>
            <a:off x="5218575" y="852575"/>
            <a:ext cx="1878500" cy="369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0"/>
          <p:cNvPicPr preferRelativeResize="0"/>
          <p:nvPr/>
        </p:nvPicPr>
        <p:blipFill rotWithShape="1">
          <a:blip r:embed="rId4">
            <a:alphaModFix/>
          </a:blip>
          <a:srcRect b="0" l="4924" r="7311" t="0"/>
          <a:stretch/>
        </p:blipFill>
        <p:spPr>
          <a:xfrm>
            <a:off x="7156425" y="959775"/>
            <a:ext cx="1834750" cy="356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450" y="361525"/>
            <a:ext cx="2723975" cy="467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1"/>
          <p:cNvSpPr txBox="1"/>
          <p:nvPr/>
        </p:nvSpPr>
        <p:spPr>
          <a:xfrm>
            <a:off x="2268600" y="403650"/>
            <a:ext cx="460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Abel"/>
                <a:ea typeface="Abel"/>
                <a:cs typeface="Abel"/>
                <a:sym typeface="Abel"/>
              </a:rPr>
              <a:t>Motivational Quote</a:t>
            </a:r>
            <a:endParaRPr sz="25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74" name="Google Shape;374;p41"/>
          <p:cNvSpPr txBox="1"/>
          <p:nvPr/>
        </p:nvSpPr>
        <p:spPr>
          <a:xfrm>
            <a:off x="3451800" y="2048400"/>
            <a:ext cx="358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bel"/>
                <a:ea typeface="Abel"/>
                <a:cs typeface="Abel"/>
                <a:sym typeface="Abel"/>
              </a:rPr>
              <a:t>New Concepts Applied: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API (</a:t>
            </a:r>
            <a:r>
              <a:rPr lang="en" sz="1200">
                <a:solidFill>
                  <a:srgbClr val="1377D7"/>
                </a:solidFill>
                <a:highlight>
                  <a:srgbClr val="FFFFFF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https://zenquotes.io/api/random</a:t>
            </a:r>
            <a:r>
              <a:rPr lang="en">
                <a:latin typeface="Abel"/>
                <a:ea typeface="Abel"/>
                <a:cs typeface="Abel"/>
                <a:sym typeface="Abel"/>
              </a:rPr>
              <a:t>)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375" name="Google Shape;37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450" y="431063"/>
            <a:ext cx="2357100" cy="42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2"/>
          <p:cNvSpPr txBox="1"/>
          <p:nvPr/>
        </p:nvSpPr>
        <p:spPr>
          <a:xfrm>
            <a:off x="2268600" y="403650"/>
            <a:ext cx="460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Abel"/>
                <a:ea typeface="Abel"/>
                <a:cs typeface="Abel"/>
                <a:sym typeface="Abel"/>
              </a:rPr>
              <a:t>Profile Picture</a:t>
            </a:r>
            <a:endParaRPr sz="2500"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381" name="Google Shape;38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6400" y="902175"/>
            <a:ext cx="1714455" cy="38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2"/>
          <p:cNvSpPr txBox="1"/>
          <p:nvPr/>
        </p:nvSpPr>
        <p:spPr>
          <a:xfrm>
            <a:off x="3012400" y="1173850"/>
            <a:ext cx="3485400" cy="22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Concepts Applied :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RecyclerView and Adapter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ViewHolder 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SharedPreferences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Intents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Listeners and Callbacks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GridLayoutManager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How it Works? :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Users can set their profile through User Settings &gt; Profile Picture and the new profile picture will be displayed accordingly in the Profile Tab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383" name="Google Shape;38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575" y="841661"/>
            <a:ext cx="1714450" cy="3809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3"/>
          <p:cNvSpPr txBox="1"/>
          <p:nvPr/>
        </p:nvSpPr>
        <p:spPr>
          <a:xfrm>
            <a:off x="2268600" y="318950"/>
            <a:ext cx="460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Abel"/>
                <a:ea typeface="Abel"/>
                <a:cs typeface="Abel"/>
                <a:sym typeface="Abel"/>
              </a:rPr>
              <a:t>Themes</a:t>
            </a:r>
            <a:endParaRPr sz="2500"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389" name="Google Shape;38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075" y="1042450"/>
            <a:ext cx="1669475" cy="3709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2825" y="873050"/>
            <a:ext cx="1745699" cy="3879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3749" y="995175"/>
            <a:ext cx="3076500" cy="2087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3"/>
          <p:cNvSpPr txBox="1"/>
          <p:nvPr/>
        </p:nvSpPr>
        <p:spPr>
          <a:xfrm>
            <a:off x="2806376" y="3205125"/>
            <a:ext cx="3382800" cy="13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Created styles with the same name in themes.xml(night) and themes.xml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Applied the styles inside of the various layout xml files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As users toggle between light and dark mode, UI changes accordingly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/>
          <p:nvPr/>
        </p:nvSpPr>
        <p:spPr>
          <a:xfrm>
            <a:off x="2268600" y="270525"/>
            <a:ext cx="460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Abel"/>
                <a:ea typeface="Abel"/>
                <a:cs typeface="Abel"/>
                <a:sym typeface="Abel"/>
              </a:rPr>
              <a:t>Themes - Dark Mode</a:t>
            </a:r>
            <a:endParaRPr sz="2500"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398" name="Google Shape;39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6350" y="1183550"/>
            <a:ext cx="1538500" cy="341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9488" y="1183544"/>
            <a:ext cx="1538500" cy="3418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3225" y="1183577"/>
            <a:ext cx="1538474" cy="3418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2875" y="1183566"/>
            <a:ext cx="1538500" cy="3418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76275" y="1183598"/>
            <a:ext cx="1538474" cy="3418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"/>
          <p:cNvSpPr txBox="1"/>
          <p:nvPr/>
        </p:nvSpPr>
        <p:spPr>
          <a:xfrm>
            <a:off x="2268600" y="270525"/>
            <a:ext cx="460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Abel"/>
                <a:ea typeface="Abel"/>
                <a:cs typeface="Abel"/>
                <a:sym typeface="Abel"/>
              </a:rPr>
              <a:t>Themes - Light Mode</a:t>
            </a:r>
            <a:endParaRPr sz="2500"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408" name="Google Shape;40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400" y="1042625"/>
            <a:ext cx="1601325" cy="355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1000" y="1042625"/>
            <a:ext cx="1601325" cy="355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800" y="1042625"/>
            <a:ext cx="1601325" cy="355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9350" y="1042624"/>
            <a:ext cx="1601325" cy="3558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5175" y="1042628"/>
            <a:ext cx="1601325" cy="355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 txBox="1"/>
          <p:nvPr/>
        </p:nvSpPr>
        <p:spPr>
          <a:xfrm>
            <a:off x="2268600" y="270525"/>
            <a:ext cx="460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Abel"/>
                <a:ea typeface="Abel"/>
                <a:cs typeface="Abel"/>
                <a:sym typeface="Abel"/>
              </a:rPr>
              <a:t>Notifications</a:t>
            </a:r>
            <a:endParaRPr sz="2500"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418" name="Google Shape;41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127" y="1168000"/>
            <a:ext cx="2053801" cy="274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6" title="WhatsApp Video 2023-08-07 at 9.37.09 AM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8175" y="514125"/>
            <a:ext cx="2456700" cy="434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6"/>
          <p:cNvSpPr txBox="1"/>
          <p:nvPr/>
        </p:nvSpPr>
        <p:spPr>
          <a:xfrm>
            <a:off x="2939775" y="1260275"/>
            <a:ext cx="3276600" cy="3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New Concepts Applied : 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 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Broadcast Receiver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NotificationManager and NotificationChannel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AlarmManager and PendingIntent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NotificationCompat.Builder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PendingIntent for Broadcast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How it Works? :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A morning + study advice notification is sent daily at 7am to encourage and remind users to complete their task due soon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7"/>
          <p:cNvSpPr txBox="1"/>
          <p:nvPr/>
        </p:nvSpPr>
        <p:spPr>
          <a:xfrm>
            <a:off x="2818050" y="215650"/>
            <a:ext cx="3507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bel"/>
                <a:ea typeface="Abel"/>
                <a:cs typeface="Abel"/>
                <a:sym typeface="Abel"/>
              </a:rPr>
              <a:t>Task Analytics</a:t>
            </a:r>
            <a:endParaRPr sz="25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426" name="Google Shape;426;p47"/>
          <p:cNvSpPr txBox="1"/>
          <p:nvPr/>
        </p:nvSpPr>
        <p:spPr>
          <a:xfrm>
            <a:off x="2993400" y="2082875"/>
            <a:ext cx="3157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bel"/>
                <a:ea typeface="Abel"/>
                <a:cs typeface="Abel"/>
                <a:sym typeface="Abel"/>
              </a:rPr>
              <a:t>New Concepts applied:</a:t>
            </a:r>
            <a:endParaRPr b="1"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MPAndroidChart Library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Bar chart settings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Pie chart settings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427" name="Google Shape;42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8350" y="152400"/>
            <a:ext cx="2268995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225" y="152400"/>
            <a:ext cx="226574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8"/>
          <p:cNvSpPr txBox="1"/>
          <p:nvPr/>
        </p:nvSpPr>
        <p:spPr>
          <a:xfrm>
            <a:off x="2073900" y="155475"/>
            <a:ext cx="3507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bel"/>
                <a:ea typeface="Abel"/>
                <a:cs typeface="Abel"/>
                <a:sym typeface="Abel"/>
              </a:rPr>
              <a:t>Dim Screen brightness (QOL)</a:t>
            </a:r>
            <a:endParaRPr sz="25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434" name="Google Shape;434;p48"/>
          <p:cNvSpPr txBox="1"/>
          <p:nvPr/>
        </p:nvSpPr>
        <p:spPr>
          <a:xfrm>
            <a:off x="2023350" y="1380500"/>
            <a:ext cx="3609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bel"/>
                <a:ea typeface="Abel"/>
                <a:cs typeface="Abel"/>
                <a:sym typeface="Abel"/>
              </a:rPr>
              <a:t>New Concepts applied:</a:t>
            </a:r>
            <a:endParaRPr b="1"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Settings.System.SCREEN_BRIGHTNESS (obtain current screen brightness)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bel"/>
              <a:buChar char="-"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WindowManager (allow toggling between dimmed and normal)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435" name="Google Shape;43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8425" y="231425"/>
            <a:ext cx="230440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8"/>
          <p:cNvSpPr/>
          <p:nvPr/>
        </p:nvSpPr>
        <p:spPr>
          <a:xfrm rot="-3697842">
            <a:off x="6128727" y="2660367"/>
            <a:ext cx="2428903" cy="15799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9"/>
          <p:cNvSpPr txBox="1"/>
          <p:nvPr>
            <p:ph type="title"/>
          </p:nvPr>
        </p:nvSpPr>
        <p:spPr>
          <a:xfrm>
            <a:off x="1388100" y="1307109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App</a:t>
            </a:r>
            <a:endParaRPr sz="6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Demonstration</a:t>
            </a:r>
            <a:endParaRPr sz="6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angul Learning App Pitch Deck by Slidesgo">
  <a:themeElements>
    <a:clrScheme name="Simple Light">
      <a:dk1>
        <a:srgbClr val="434343"/>
      </a:dk1>
      <a:lt1>
        <a:srgbClr val="D17254"/>
      </a:lt1>
      <a:dk2>
        <a:srgbClr val="F18C6C"/>
      </a:dk2>
      <a:lt2>
        <a:srgbClr val="FCB59F"/>
      </a:lt2>
      <a:accent1>
        <a:srgbClr val="FFD8CC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